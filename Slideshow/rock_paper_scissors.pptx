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Atma"/>
      <p:regular r:id="rId30"/>
      <p:bold r:id="rId31"/>
    </p:embeddedFont>
    <p:embeddedFont>
      <p:font typeface="Quicksand Light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1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tma-bold.fntdata"/><Relationship Id="rId30" Type="http://schemas.openxmlformats.org/officeDocument/2006/relationships/font" Target="fonts/Atma-regular.fntdata"/><Relationship Id="rId11" Type="http://schemas.openxmlformats.org/officeDocument/2006/relationships/slide" Target="slides/slide7.xml"/><Relationship Id="rId33" Type="http://schemas.openxmlformats.org/officeDocument/2006/relationships/font" Target="fonts/QuicksandLight-bold.fntdata"/><Relationship Id="rId10" Type="http://schemas.openxmlformats.org/officeDocument/2006/relationships/slide" Target="slides/slide6.xml"/><Relationship Id="rId32" Type="http://schemas.openxmlformats.org/officeDocument/2006/relationships/font" Target="fonts/QuicksandLight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5f391192_0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5f391192_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923c02a560_3_15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923c02a560_3_1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5f391192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5f391192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5ed75ccf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5ed75ccf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c5f5f79753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c5f5f797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41a98d525d_0_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41a98d525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gradFill>
          <a:gsLst>
            <a:gs pos="0">
              <a:schemeClr val="accent3"/>
            </a:gs>
            <a:gs pos="100000">
              <a:schemeClr val="accent2"/>
            </a:gs>
          </a:gsLst>
          <a:lin ang="0" scaled="0"/>
        </a:gra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855300" y="1016175"/>
            <a:ext cx="4548900" cy="31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gradFill>
          <a:gsLst>
            <a:gs pos="0">
              <a:schemeClr val="accent4"/>
            </a:gs>
            <a:gs pos="100000">
              <a:srgbClr val="FF6B4B"/>
            </a:gs>
          </a:gsLst>
          <a:lin ang="0" scaled="0"/>
        </a:gra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855300" y="1583350"/>
            <a:ext cx="45489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855300" y="2840052"/>
            <a:ext cx="45489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gradFill>
          <a:gsLst>
            <a:gs pos="0">
              <a:schemeClr val="accent5"/>
            </a:gs>
            <a:gs pos="100000">
              <a:srgbClr val="FF4D82"/>
            </a:gs>
          </a:gsLst>
          <a:lin ang="0" scaled="0"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" type="body"/>
          </p:nvPr>
        </p:nvSpPr>
        <p:spPr>
          <a:xfrm>
            <a:off x="1236300" y="1018800"/>
            <a:ext cx="4504500" cy="3369900"/>
          </a:xfrm>
          <a:prstGeom prst="rect">
            <a:avLst/>
          </a:prstGeom>
          <a:effectLst>
            <a:outerShdw blurRad="28575" rotWithShape="0" algn="bl" dir="5400000" dist="9525">
              <a:schemeClr val="dk1">
                <a:alpha val="40000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 Light"/>
              <a:buChar char="➜"/>
              <a:defRPr sz="3200">
                <a:solidFill>
                  <a:schemeClr val="lt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-431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 Light"/>
              <a:buChar char="○"/>
              <a:defRPr sz="3200">
                <a:solidFill>
                  <a:schemeClr val="lt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-431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 Light"/>
              <a:buChar char="■"/>
              <a:defRPr sz="3200">
                <a:solidFill>
                  <a:schemeClr val="lt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-431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 Light"/>
              <a:buChar char="●"/>
              <a:defRPr sz="3200">
                <a:solidFill>
                  <a:schemeClr val="lt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-431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 Light"/>
              <a:buChar char="○"/>
              <a:defRPr sz="3200">
                <a:solidFill>
                  <a:schemeClr val="lt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-431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 Light"/>
              <a:buChar char="■"/>
              <a:defRPr sz="3200">
                <a:solidFill>
                  <a:schemeClr val="lt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-431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 Light"/>
              <a:buChar char="●"/>
              <a:defRPr sz="3200">
                <a:solidFill>
                  <a:schemeClr val="lt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-431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 Light"/>
              <a:buChar char="○"/>
              <a:defRPr sz="3200">
                <a:solidFill>
                  <a:schemeClr val="lt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-431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 Light"/>
              <a:buChar char="■"/>
              <a:defRPr sz="3200">
                <a:solidFill>
                  <a:schemeClr val="lt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/>
        </p:txBody>
      </p:sp>
      <p:sp>
        <p:nvSpPr>
          <p:cNvPr id="17" name="Google Shape;17;p4"/>
          <p:cNvSpPr txBox="1"/>
          <p:nvPr/>
        </p:nvSpPr>
        <p:spPr>
          <a:xfrm>
            <a:off x="715275" y="901000"/>
            <a:ext cx="616500" cy="6537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chemeClr val="dk1">
                <a:alpha val="50000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tma"/>
              <a:buNone/>
            </a:pPr>
            <a:r>
              <a:rPr b="1" lang="en" sz="65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rPr>
              <a:t>“</a:t>
            </a:r>
            <a:endParaRPr b="1" sz="6500">
              <a:solidFill>
                <a:schemeClr val="lt1"/>
              </a:solidFill>
              <a:latin typeface="Atma"/>
              <a:ea typeface="Atma"/>
              <a:cs typeface="Atma"/>
              <a:sym typeface="Atma"/>
            </a:endParaRPr>
          </a:p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bg>
      <p:bgPr>
        <a:gradFill>
          <a:gsLst>
            <a:gs pos="0">
              <a:schemeClr val="accent5"/>
            </a:gs>
            <a:gs pos="100000">
              <a:schemeClr val="accent6"/>
            </a:gs>
          </a:gsLst>
          <a:lin ang="0" scaled="0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855300" y="991175"/>
            <a:ext cx="4693500" cy="39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855300" y="1509926"/>
            <a:ext cx="4693500" cy="26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➜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bg>
      <p:bgPr>
        <a:gradFill>
          <a:gsLst>
            <a:gs pos="0">
              <a:schemeClr val="accent6"/>
            </a:gs>
            <a:gs pos="100000">
              <a:srgbClr val="95F163"/>
            </a:gs>
          </a:gsLst>
          <a:lin ang="0" scaled="0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55300" y="991175"/>
            <a:ext cx="5172600" cy="39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55275" y="1509925"/>
            <a:ext cx="2416800" cy="31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➜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3610974" y="1509925"/>
            <a:ext cx="2416800" cy="31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➜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bg>
      <p:bgPr>
        <a:gradFill>
          <a:gsLst>
            <a:gs pos="0">
              <a:schemeClr val="accent1"/>
            </a:gs>
            <a:gs pos="100000">
              <a:srgbClr val="BBFF45"/>
            </a:gs>
          </a:gsLst>
          <a:lin ang="0" scaled="0"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855300" y="991175"/>
            <a:ext cx="5828400" cy="39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855300" y="1509925"/>
            <a:ext cx="1815600" cy="31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➜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2861673" y="1509925"/>
            <a:ext cx="1815600" cy="31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➜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7"/>
          <p:cNvSpPr txBox="1"/>
          <p:nvPr>
            <p:ph idx="3" type="body"/>
          </p:nvPr>
        </p:nvSpPr>
        <p:spPr>
          <a:xfrm>
            <a:off x="4868047" y="1509925"/>
            <a:ext cx="1815600" cy="31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➜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accent3"/>
            </a:gs>
            <a:gs pos="100000">
              <a:schemeClr val="accent2"/>
            </a:gs>
          </a:gsLst>
          <a:lin ang="0" scaled="0"/>
        </a:gra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855300" y="991175"/>
            <a:ext cx="4693500" cy="39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gradFill>
          <a:gsLst>
            <a:gs pos="0">
              <a:schemeClr val="accent4"/>
            </a:gs>
            <a:gs pos="100000">
              <a:srgbClr val="FF6B4B"/>
            </a:gs>
          </a:gsLst>
          <a:lin ang="0" scaled="0"/>
        </a:gra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55300" y="4101500"/>
            <a:ext cx="74334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gradFill>
          <a:gsLst>
            <a:gs pos="0">
              <a:schemeClr val="accent5"/>
            </a:gs>
            <a:gs pos="100000">
              <a:srgbClr val="FF4D82"/>
            </a:gs>
          </a:gsLst>
          <a:lin ang="0" scaled="0"/>
        </a:gra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accent1"/>
            </a:gs>
            <a:gs pos="100000">
              <a:srgbClr val="BBFF45"/>
            </a:gs>
          </a:gsLst>
          <a:lin ang="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55300" y="991175"/>
            <a:ext cx="4693500" cy="3969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chemeClr val="dk1">
                <a:alpha val="40000"/>
              </a:scheme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tma"/>
              <a:buNone/>
              <a:defRPr b="1" sz="32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tma"/>
              <a:buNone/>
              <a:defRPr b="1" sz="32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tma"/>
              <a:buNone/>
              <a:defRPr b="1" sz="32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tma"/>
              <a:buNone/>
              <a:defRPr b="1" sz="32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tma"/>
              <a:buNone/>
              <a:defRPr b="1" sz="32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tma"/>
              <a:buNone/>
              <a:defRPr b="1" sz="32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tma"/>
              <a:buNone/>
              <a:defRPr b="1" sz="32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tma"/>
              <a:buNone/>
              <a:defRPr b="1" sz="32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tma"/>
              <a:buNone/>
              <a:defRPr b="1" sz="32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55300" y="1509926"/>
            <a:ext cx="4693500" cy="2642400"/>
          </a:xfrm>
          <a:prstGeom prst="rect">
            <a:avLst/>
          </a:prstGeom>
          <a:noFill/>
          <a:ln>
            <a:noFill/>
          </a:ln>
          <a:effectLst>
            <a:outerShdw rotWithShape="0" algn="bl" dir="16200000" dist="9525">
              <a:schemeClr val="lt1">
                <a:alpha val="20000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Quicksand Light"/>
              <a:buChar char="➜"/>
              <a:defRPr sz="2200">
                <a:solidFill>
                  <a:schemeClr val="dk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-3683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icksand Light"/>
              <a:buChar char="○"/>
              <a:defRPr sz="2200">
                <a:solidFill>
                  <a:schemeClr val="dk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-3683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icksand Light"/>
              <a:buChar char="■"/>
              <a:defRPr sz="2200">
                <a:solidFill>
                  <a:schemeClr val="dk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-3683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icksand Light"/>
              <a:buChar char="●"/>
              <a:defRPr sz="2200">
                <a:solidFill>
                  <a:schemeClr val="dk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-3683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icksand Light"/>
              <a:buChar char="○"/>
              <a:defRPr sz="2200">
                <a:solidFill>
                  <a:schemeClr val="dk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-3683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icksand Light"/>
              <a:buChar char="■"/>
              <a:defRPr sz="2200">
                <a:solidFill>
                  <a:schemeClr val="dk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-3683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icksand Light"/>
              <a:buChar char="●"/>
              <a:defRPr sz="2200">
                <a:solidFill>
                  <a:schemeClr val="dk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-3683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icksand Light"/>
              <a:buChar char="○"/>
              <a:defRPr sz="2200">
                <a:solidFill>
                  <a:schemeClr val="dk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-3683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icksand Light"/>
              <a:buChar char="■"/>
              <a:defRPr sz="2200">
                <a:solidFill>
                  <a:schemeClr val="dk1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chemeClr val="dk1">
                <a:alpha val="40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buNone/>
              <a:defRPr b="1" sz="15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1pPr>
            <a:lvl2pPr lvl="1" rtl="0" algn="ctr">
              <a:buNone/>
              <a:defRPr b="1" sz="15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2pPr>
            <a:lvl3pPr lvl="2" rtl="0" algn="ctr">
              <a:buNone/>
              <a:defRPr b="1" sz="15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3pPr>
            <a:lvl4pPr lvl="3" rtl="0" algn="ctr">
              <a:buNone/>
              <a:defRPr b="1" sz="15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4pPr>
            <a:lvl5pPr lvl="4" rtl="0" algn="ctr">
              <a:buNone/>
              <a:defRPr b="1" sz="15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5pPr>
            <a:lvl6pPr lvl="5" rtl="0" algn="ctr">
              <a:buNone/>
              <a:defRPr b="1" sz="15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6pPr>
            <a:lvl7pPr lvl="6" rtl="0" algn="ctr">
              <a:buNone/>
              <a:defRPr b="1" sz="15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7pPr>
            <a:lvl8pPr lvl="7" rtl="0" algn="ctr">
              <a:buNone/>
              <a:defRPr b="1" sz="15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8pPr>
            <a:lvl9pPr lvl="8" rtl="0" algn="ctr">
              <a:buNone/>
              <a:defRPr b="1" sz="15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rinket.io/embed/python/de918c4f5d" TargetMode="External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ctrTitle"/>
          </p:nvPr>
        </p:nvSpPr>
        <p:spPr>
          <a:xfrm>
            <a:off x="855300" y="1016175"/>
            <a:ext cx="4548900" cy="31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Rock, Paper, Scissors</a:t>
            </a:r>
            <a:endParaRPr/>
          </a:p>
        </p:txBody>
      </p:sp>
      <p:grpSp>
        <p:nvGrpSpPr>
          <p:cNvPr id="47" name="Google Shape;47;p11"/>
          <p:cNvGrpSpPr/>
          <p:nvPr/>
        </p:nvGrpSpPr>
        <p:grpSpPr>
          <a:xfrm>
            <a:off x="6008272" y="1625290"/>
            <a:ext cx="1837957" cy="1427239"/>
            <a:chOff x="2860826" y="401530"/>
            <a:chExt cx="2115269" cy="1642581"/>
          </a:xfrm>
        </p:grpSpPr>
        <p:sp>
          <p:nvSpPr>
            <p:cNvPr id="48" name="Google Shape;48;p11"/>
            <p:cNvSpPr/>
            <p:nvPr/>
          </p:nvSpPr>
          <p:spPr>
            <a:xfrm>
              <a:off x="2860826" y="401530"/>
              <a:ext cx="2115269" cy="1642581"/>
            </a:xfrm>
            <a:custGeom>
              <a:rect b="b" l="l" r="r" t="t"/>
              <a:pathLst>
                <a:path extrusionOk="0" h="1642581" w="2115269">
                  <a:moveTo>
                    <a:pt x="245052" y="1642582"/>
                  </a:moveTo>
                  <a:cubicBezTo>
                    <a:pt x="509714" y="1619636"/>
                    <a:pt x="782253" y="1607649"/>
                    <a:pt x="1060477" y="1607649"/>
                  </a:cubicBezTo>
                  <a:cubicBezTo>
                    <a:pt x="1331715" y="1607649"/>
                    <a:pt x="1597541" y="1619088"/>
                    <a:pt x="1855902" y="1640869"/>
                  </a:cubicBezTo>
                  <a:cubicBezTo>
                    <a:pt x="1868690" y="1627170"/>
                    <a:pt x="1881060" y="1612992"/>
                    <a:pt x="1893026" y="1598334"/>
                  </a:cubicBezTo>
                  <a:cubicBezTo>
                    <a:pt x="1980028" y="1493928"/>
                    <a:pt x="2044145" y="1372426"/>
                    <a:pt x="2081249" y="1241684"/>
                  </a:cubicBezTo>
                  <a:cubicBezTo>
                    <a:pt x="2119756" y="1105894"/>
                    <a:pt x="2125668" y="962926"/>
                    <a:pt x="2098509" y="824416"/>
                  </a:cubicBezTo>
                  <a:cubicBezTo>
                    <a:pt x="2049057" y="569754"/>
                    <a:pt x="1935630" y="368312"/>
                    <a:pt x="1761449" y="225501"/>
                  </a:cubicBezTo>
                  <a:cubicBezTo>
                    <a:pt x="1578980" y="75910"/>
                    <a:pt x="1339797" y="18"/>
                    <a:pt x="1050682" y="18"/>
                  </a:cubicBezTo>
                  <a:cubicBezTo>
                    <a:pt x="903988" y="-836"/>
                    <a:pt x="758732" y="28980"/>
                    <a:pt x="624236" y="87554"/>
                  </a:cubicBezTo>
                  <a:cubicBezTo>
                    <a:pt x="501508" y="141599"/>
                    <a:pt x="390609" y="219263"/>
                    <a:pt x="297861" y="316119"/>
                  </a:cubicBezTo>
                  <a:cubicBezTo>
                    <a:pt x="101419" y="520575"/>
                    <a:pt x="-9679" y="802772"/>
                    <a:pt x="663" y="1071749"/>
                  </a:cubicBezTo>
                  <a:cubicBezTo>
                    <a:pt x="9088" y="1284356"/>
                    <a:pt x="94775" y="1483332"/>
                    <a:pt x="245052" y="1642582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11"/>
            <p:cNvSpPr/>
            <p:nvPr/>
          </p:nvSpPr>
          <p:spPr>
            <a:xfrm>
              <a:off x="2983792" y="475316"/>
              <a:ext cx="1869056" cy="1552082"/>
            </a:xfrm>
            <a:custGeom>
              <a:rect b="b" l="l" r="r" t="t"/>
              <a:pathLst>
                <a:path extrusionOk="0" h="1552082" w="1869056">
                  <a:moveTo>
                    <a:pt x="347020" y="1552083"/>
                  </a:moveTo>
                  <a:cubicBezTo>
                    <a:pt x="540360" y="1540028"/>
                    <a:pt x="737185" y="1533952"/>
                    <a:pt x="937510" y="1533863"/>
                  </a:cubicBezTo>
                  <a:cubicBezTo>
                    <a:pt x="1132446" y="1533863"/>
                    <a:pt x="1324230" y="1539637"/>
                    <a:pt x="1512863" y="1551192"/>
                  </a:cubicBezTo>
                  <a:cubicBezTo>
                    <a:pt x="1766292" y="1362285"/>
                    <a:pt x="1918076" y="1051183"/>
                    <a:pt x="1854650" y="724876"/>
                  </a:cubicBezTo>
                  <a:cubicBezTo>
                    <a:pt x="1769717" y="285279"/>
                    <a:pt x="1464506" y="0"/>
                    <a:pt x="927716" y="0"/>
                  </a:cubicBezTo>
                  <a:cubicBezTo>
                    <a:pt x="337774" y="0"/>
                    <a:pt x="-16274" y="505694"/>
                    <a:pt x="576" y="943990"/>
                  </a:cubicBezTo>
                  <a:cubicBezTo>
                    <a:pt x="10028" y="1188583"/>
                    <a:pt x="140167" y="1406875"/>
                    <a:pt x="347020" y="15520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11"/>
            <p:cNvSpPr/>
            <p:nvPr/>
          </p:nvSpPr>
          <p:spPr>
            <a:xfrm>
              <a:off x="3539074" y="964575"/>
              <a:ext cx="758060" cy="758156"/>
            </a:xfrm>
            <a:custGeom>
              <a:rect b="b" l="l" r="r" t="t"/>
              <a:pathLst>
                <a:path extrusionOk="0" h="758156" w="758060">
                  <a:moveTo>
                    <a:pt x="724496" y="223151"/>
                  </a:moveTo>
                  <a:cubicBezTo>
                    <a:pt x="687310" y="294289"/>
                    <a:pt x="599493" y="321817"/>
                    <a:pt x="528355" y="284631"/>
                  </a:cubicBezTo>
                  <a:cubicBezTo>
                    <a:pt x="457217" y="247446"/>
                    <a:pt x="429689" y="159629"/>
                    <a:pt x="466875" y="88491"/>
                  </a:cubicBezTo>
                  <a:cubicBezTo>
                    <a:pt x="479923" y="63532"/>
                    <a:pt x="499937" y="42901"/>
                    <a:pt x="524492" y="29106"/>
                  </a:cubicBezTo>
                  <a:cubicBezTo>
                    <a:pt x="331208" y="-51203"/>
                    <a:pt x="109416" y="40382"/>
                    <a:pt x="29107" y="233665"/>
                  </a:cubicBezTo>
                  <a:cubicBezTo>
                    <a:pt x="-51203" y="426949"/>
                    <a:pt x="40381" y="648740"/>
                    <a:pt x="233665" y="729050"/>
                  </a:cubicBezTo>
                  <a:cubicBezTo>
                    <a:pt x="426949" y="809360"/>
                    <a:pt x="648741" y="717776"/>
                    <a:pt x="729051" y="524492"/>
                  </a:cubicBezTo>
                  <a:cubicBezTo>
                    <a:pt x="769257" y="427730"/>
                    <a:pt x="767606" y="318645"/>
                    <a:pt x="724496" y="22315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rgbClr val="FF4D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11"/>
            <p:cNvSpPr/>
            <p:nvPr/>
          </p:nvSpPr>
          <p:spPr>
            <a:xfrm>
              <a:off x="3712949" y="1137272"/>
              <a:ext cx="411706" cy="411763"/>
            </a:xfrm>
            <a:custGeom>
              <a:rect b="b" l="l" r="r" t="t"/>
              <a:pathLst>
                <a:path extrusionOk="0" h="411763" w="411706">
                  <a:moveTo>
                    <a:pt x="279862" y="13810"/>
                  </a:moveTo>
                  <a:cubicBezTo>
                    <a:pt x="173784" y="-27047"/>
                    <a:pt x="54666" y="25824"/>
                    <a:pt x="13809" y="131901"/>
                  </a:cubicBezTo>
                  <a:cubicBezTo>
                    <a:pt x="-27048" y="237978"/>
                    <a:pt x="25830" y="357097"/>
                    <a:pt x="131907" y="397954"/>
                  </a:cubicBezTo>
                  <a:cubicBezTo>
                    <a:pt x="237984" y="438811"/>
                    <a:pt x="357096" y="385940"/>
                    <a:pt x="397953" y="279863"/>
                  </a:cubicBezTo>
                  <a:cubicBezTo>
                    <a:pt x="417090" y="230170"/>
                    <a:pt x="416227" y="174998"/>
                    <a:pt x="395549" y="125935"/>
                  </a:cubicBezTo>
                  <a:cubicBezTo>
                    <a:pt x="337897" y="115325"/>
                    <a:pt x="292273" y="71105"/>
                    <a:pt x="279862" y="13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1"/>
            <p:cNvSpPr/>
            <p:nvPr/>
          </p:nvSpPr>
          <p:spPr>
            <a:xfrm>
              <a:off x="2983798" y="1299235"/>
              <a:ext cx="1868927" cy="728163"/>
            </a:xfrm>
            <a:custGeom>
              <a:rect b="b" l="l" r="r" t="t"/>
              <a:pathLst>
                <a:path extrusionOk="0" h="728163" w="1868927">
                  <a:moveTo>
                    <a:pt x="347015" y="728164"/>
                  </a:moveTo>
                  <a:cubicBezTo>
                    <a:pt x="540354" y="716109"/>
                    <a:pt x="737179" y="710033"/>
                    <a:pt x="937505" y="709944"/>
                  </a:cubicBezTo>
                  <a:cubicBezTo>
                    <a:pt x="1132440" y="709944"/>
                    <a:pt x="1324224" y="715718"/>
                    <a:pt x="1512858" y="727273"/>
                  </a:cubicBezTo>
                  <a:cubicBezTo>
                    <a:pt x="1740396" y="557613"/>
                    <a:pt x="1886015" y="289457"/>
                    <a:pt x="1867316" y="0"/>
                  </a:cubicBezTo>
                  <a:cubicBezTo>
                    <a:pt x="1727793" y="347404"/>
                    <a:pt x="1367307" y="603915"/>
                    <a:pt x="963190" y="603915"/>
                  </a:cubicBezTo>
                  <a:cubicBezTo>
                    <a:pt x="507292" y="603915"/>
                    <a:pt x="141943" y="366308"/>
                    <a:pt x="1940" y="34795"/>
                  </a:cubicBezTo>
                  <a:cubicBezTo>
                    <a:pt x="-53" y="63172"/>
                    <a:pt x="-512" y="91639"/>
                    <a:pt x="570" y="120071"/>
                  </a:cubicBezTo>
                  <a:cubicBezTo>
                    <a:pt x="10022" y="364664"/>
                    <a:pt x="140162" y="582956"/>
                    <a:pt x="347015" y="728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11"/>
          <p:cNvGrpSpPr/>
          <p:nvPr/>
        </p:nvGrpSpPr>
        <p:grpSpPr>
          <a:xfrm>
            <a:off x="5546972" y="2743287"/>
            <a:ext cx="2760511" cy="1383992"/>
            <a:chOff x="2819969" y="4365386"/>
            <a:chExt cx="1694813" cy="849700"/>
          </a:xfrm>
        </p:grpSpPr>
        <p:sp>
          <p:nvSpPr>
            <p:cNvPr id="54" name="Google Shape;54;p11"/>
            <p:cNvSpPr/>
            <p:nvPr/>
          </p:nvSpPr>
          <p:spPr>
            <a:xfrm>
              <a:off x="2819969" y="4365386"/>
              <a:ext cx="1694813" cy="767412"/>
            </a:xfrm>
            <a:custGeom>
              <a:rect b="b" l="l" r="r" t="t"/>
              <a:pathLst>
                <a:path extrusionOk="0" h="767412" w="1694813">
                  <a:moveTo>
                    <a:pt x="1693331" y="0"/>
                  </a:moveTo>
                  <a:cubicBezTo>
                    <a:pt x="1724222" y="449254"/>
                    <a:pt x="1266748" y="778027"/>
                    <a:pt x="847425" y="767137"/>
                  </a:cubicBezTo>
                  <a:cubicBezTo>
                    <a:pt x="428171" y="778302"/>
                    <a:pt x="-29782" y="449254"/>
                    <a:pt x="1520" y="0"/>
                  </a:cubicBezTo>
                  <a:cubicBezTo>
                    <a:pt x="92960" y="926660"/>
                    <a:pt x="1602234" y="926660"/>
                    <a:pt x="1693331" y="0"/>
                  </a:cubicBezTo>
                  <a:close/>
                </a:path>
              </a:pathLst>
            </a:custGeom>
            <a:solidFill>
              <a:srgbClr val="85200C"/>
            </a:solidFill>
            <a:ln>
              <a:noFill/>
            </a:ln>
            <a:effectLst>
              <a:outerShdw blurRad="28575" rotWithShape="0" algn="bl" dir="5400000" dist="38100">
                <a:schemeClr val="dk1">
                  <a:alpha val="2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11"/>
            <p:cNvSpPr/>
            <p:nvPr/>
          </p:nvSpPr>
          <p:spPr>
            <a:xfrm>
              <a:off x="4100210" y="4889162"/>
              <a:ext cx="195071" cy="325922"/>
            </a:xfrm>
            <a:custGeom>
              <a:rect b="b" l="l" r="r" t="t"/>
              <a:pathLst>
                <a:path extrusionOk="0" h="325922" w="195071">
                  <a:moveTo>
                    <a:pt x="0" y="138701"/>
                  </a:moveTo>
                  <a:cubicBezTo>
                    <a:pt x="10069" y="227196"/>
                    <a:pt x="32330" y="318567"/>
                    <a:pt x="80892" y="325554"/>
                  </a:cubicBezTo>
                  <a:cubicBezTo>
                    <a:pt x="160140" y="336787"/>
                    <a:pt x="187538" y="88426"/>
                    <a:pt x="195072" y="0"/>
                  </a:cubicBezTo>
                  <a:cubicBezTo>
                    <a:pt x="136660" y="54898"/>
                    <a:pt x="71036" y="101557"/>
                    <a:pt x="0" y="138701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14288" rotWithShape="0" algn="bl" dir="5400000" dist="2857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11"/>
            <p:cNvSpPr/>
            <p:nvPr/>
          </p:nvSpPr>
          <p:spPr>
            <a:xfrm>
              <a:off x="3037246" y="4887244"/>
              <a:ext cx="186715" cy="327842"/>
            </a:xfrm>
            <a:custGeom>
              <a:rect b="b" l="l" r="r" t="t"/>
              <a:pathLst>
                <a:path extrusionOk="0" h="327842" w="186715">
                  <a:moveTo>
                    <a:pt x="0" y="0"/>
                  </a:moveTo>
                  <a:cubicBezTo>
                    <a:pt x="822" y="82672"/>
                    <a:pt x="10206" y="316170"/>
                    <a:pt x="89043" y="327472"/>
                  </a:cubicBezTo>
                  <a:cubicBezTo>
                    <a:pt x="140413" y="334801"/>
                    <a:pt x="170140" y="232127"/>
                    <a:pt x="186716" y="135139"/>
                  </a:cubicBezTo>
                  <a:cubicBezTo>
                    <a:pt x="118797" y="98508"/>
                    <a:pt x="56015" y="53069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14288" rotWithShape="0" algn="bl" dir="5400000" dist="2857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11"/>
          <p:cNvGrpSpPr/>
          <p:nvPr/>
        </p:nvGrpSpPr>
        <p:grpSpPr>
          <a:xfrm>
            <a:off x="7841503" y="1016177"/>
            <a:ext cx="635108" cy="1001050"/>
            <a:chOff x="1620532" y="2740711"/>
            <a:chExt cx="745257" cy="1174666"/>
          </a:xfrm>
        </p:grpSpPr>
        <p:sp>
          <p:nvSpPr>
            <p:cNvPr id="58" name="Google Shape;58;p11"/>
            <p:cNvSpPr/>
            <p:nvPr/>
          </p:nvSpPr>
          <p:spPr>
            <a:xfrm>
              <a:off x="1620532" y="2740711"/>
              <a:ext cx="745257" cy="1174666"/>
            </a:xfrm>
            <a:custGeom>
              <a:rect b="b" l="l" r="r" t="t"/>
              <a:pathLst>
                <a:path extrusionOk="0" h="1174666" w="745257">
                  <a:moveTo>
                    <a:pt x="105526" y="385886"/>
                  </a:moveTo>
                  <a:cubicBezTo>
                    <a:pt x="105526" y="385886"/>
                    <a:pt x="389709" y="456640"/>
                    <a:pt x="547452" y="114511"/>
                  </a:cubicBezTo>
                  <a:cubicBezTo>
                    <a:pt x="625124" y="-53848"/>
                    <a:pt x="678481" y="-1313"/>
                    <a:pt x="704989" y="51359"/>
                  </a:cubicBezTo>
                  <a:cubicBezTo>
                    <a:pt x="763894" y="169032"/>
                    <a:pt x="825744" y="770550"/>
                    <a:pt x="360393" y="1174667"/>
                  </a:cubicBezTo>
                  <a:cubicBezTo>
                    <a:pt x="360257" y="1174598"/>
                    <a:pt x="-235850" y="1027952"/>
                    <a:pt x="105526" y="385886"/>
                  </a:cubicBezTo>
                  <a:close/>
                </a:path>
              </a:pathLst>
            </a:custGeom>
            <a:solidFill>
              <a:srgbClr val="F8F1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1"/>
            <p:cNvSpPr/>
            <p:nvPr/>
          </p:nvSpPr>
          <p:spPr>
            <a:xfrm>
              <a:off x="1763362" y="3112760"/>
              <a:ext cx="446402" cy="667683"/>
            </a:xfrm>
            <a:custGeom>
              <a:rect b="b" l="l" r="r" t="t"/>
              <a:pathLst>
                <a:path extrusionOk="0" h="667683" w="446402">
                  <a:moveTo>
                    <a:pt x="446403" y="526996"/>
                  </a:moveTo>
                  <a:cubicBezTo>
                    <a:pt x="278523" y="500214"/>
                    <a:pt x="48382" y="393843"/>
                    <a:pt x="145028" y="0"/>
                  </a:cubicBezTo>
                  <a:cubicBezTo>
                    <a:pt x="115342" y="10103"/>
                    <a:pt x="84506" y="16432"/>
                    <a:pt x="53245" y="18836"/>
                  </a:cubicBezTo>
                  <a:cubicBezTo>
                    <a:pt x="-14085" y="183222"/>
                    <a:pt x="-95456" y="533023"/>
                    <a:pt x="348456" y="667683"/>
                  </a:cubicBezTo>
                  <a:cubicBezTo>
                    <a:pt x="384785" y="623463"/>
                    <a:pt x="417539" y="576414"/>
                    <a:pt x="446403" y="526996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1"/>
            <p:cNvSpPr/>
            <p:nvPr/>
          </p:nvSpPr>
          <p:spPr>
            <a:xfrm>
              <a:off x="1980517" y="3061527"/>
              <a:ext cx="341579" cy="420075"/>
            </a:xfrm>
            <a:custGeom>
              <a:rect b="b" l="l" r="r" t="t"/>
              <a:pathLst>
                <a:path extrusionOk="0" h="420075" w="341579">
                  <a:moveTo>
                    <a:pt x="26848" y="0"/>
                  </a:moveTo>
                  <a:cubicBezTo>
                    <a:pt x="18170" y="6301"/>
                    <a:pt x="9430" y="12103"/>
                    <a:pt x="614" y="17398"/>
                  </a:cubicBezTo>
                  <a:cubicBezTo>
                    <a:pt x="-5002" y="131783"/>
                    <a:pt x="22670" y="353020"/>
                    <a:pt x="305346" y="420076"/>
                  </a:cubicBezTo>
                  <a:cubicBezTo>
                    <a:pt x="319593" y="383294"/>
                    <a:pt x="331579" y="346719"/>
                    <a:pt x="341579" y="310485"/>
                  </a:cubicBezTo>
                  <a:cubicBezTo>
                    <a:pt x="258016" y="305280"/>
                    <a:pt x="119795" y="254114"/>
                    <a:pt x="26848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11"/>
            <p:cNvSpPr/>
            <p:nvPr/>
          </p:nvSpPr>
          <p:spPr>
            <a:xfrm>
              <a:off x="2085517" y="2976457"/>
              <a:ext cx="278498" cy="208133"/>
            </a:xfrm>
            <a:custGeom>
              <a:rect b="b" l="l" r="r" t="t"/>
              <a:pathLst>
                <a:path extrusionOk="0" h="208133" w="278498">
                  <a:moveTo>
                    <a:pt x="9521" y="0"/>
                  </a:moveTo>
                  <a:cubicBezTo>
                    <a:pt x="6370" y="4041"/>
                    <a:pt x="3219" y="7877"/>
                    <a:pt x="0" y="11713"/>
                  </a:cubicBezTo>
                  <a:cubicBezTo>
                    <a:pt x="34795" y="89522"/>
                    <a:pt x="117468" y="221785"/>
                    <a:pt x="272744" y="206990"/>
                  </a:cubicBezTo>
                  <a:cubicBezTo>
                    <a:pt x="275416" y="182812"/>
                    <a:pt x="277334" y="159044"/>
                    <a:pt x="278498" y="136441"/>
                  </a:cubicBezTo>
                  <a:cubicBezTo>
                    <a:pt x="201168" y="146578"/>
                    <a:pt x="103906" y="122947"/>
                    <a:pt x="9521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11"/>
            <p:cNvSpPr/>
            <p:nvPr/>
          </p:nvSpPr>
          <p:spPr>
            <a:xfrm>
              <a:off x="1623727" y="2881337"/>
              <a:ext cx="606150" cy="548531"/>
            </a:xfrm>
            <a:custGeom>
              <a:rect b="b" l="l" r="r" t="t"/>
              <a:pathLst>
                <a:path extrusionOk="0" h="548531" w="606150">
                  <a:moveTo>
                    <a:pt x="43768" y="373549"/>
                  </a:moveTo>
                  <a:cubicBezTo>
                    <a:pt x="21822" y="429769"/>
                    <a:pt x="7110" y="488551"/>
                    <a:pt x="0" y="548483"/>
                  </a:cubicBezTo>
                  <a:cubicBezTo>
                    <a:pt x="270142" y="552525"/>
                    <a:pt x="564668" y="299095"/>
                    <a:pt x="602340" y="72447"/>
                  </a:cubicBezTo>
                  <a:cubicBezTo>
                    <a:pt x="620217" y="-35089"/>
                    <a:pt x="570627" y="-3855"/>
                    <a:pt x="548161" y="44433"/>
                  </a:cubicBezTo>
                  <a:cubicBezTo>
                    <a:pt x="413980" y="333343"/>
                    <a:pt x="151099" y="356905"/>
                    <a:pt x="43768" y="373549"/>
                  </a:cubicBezTo>
                  <a:close/>
                </a:path>
              </a:pathLst>
            </a:custGeom>
            <a:solidFill>
              <a:srgbClr val="FFFFFF">
                <a:alpha val="54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" name="Google Shape;63;p11"/>
          <p:cNvGrpSpPr/>
          <p:nvPr/>
        </p:nvGrpSpPr>
        <p:grpSpPr>
          <a:xfrm>
            <a:off x="5377886" y="1016177"/>
            <a:ext cx="635075" cy="1001050"/>
            <a:chOff x="188982" y="2740711"/>
            <a:chExt cx="745218" cy="1174666"/>
          </a:xfrm>
        </p:grpSpPr>
        <p:sp>
          <p:nvSpPr>
            <p:cNvPr id="64" name="Google Shape;64;p11"/>
            <p:cNvSpPr/>
            <p:nvPr/>
          </p:nvSpPr>
          <p:spPr>
            <a:xfrm>
              <a:off x="188982" y="2740711"/>
              <a:ext cx="745218" cy="1174666"/>
            </a:xfrm>
            <a:custGeom>
              <a:rect b="b" l="l" r="r" t="t"/>
              <a:pathLst>
                <a:path extrusionOk="0" h="1174666" w="745218">
                  <a:moveTo>
                    <a:pt x="639800" y="385886"/>
                  </a:moveTo>
                  <a:cubicBezTo>
                    <a:pt x="639800" y="385886"/>
                    <a:pt x="355617" y="456640"/>
                    <a:pt x="197806" y="114511"/>
                  </a:cubicBezTo>
                  <a:cubicBezTo>
                    <a:pt x="120133" y="-53848"/>
                    <a:pt x="66844" y="-1313"/>
                    <a:pt x="40268" y="51359"/>
                  </a:cubicBezTo>
                  <a:cubicBezTo>
                    <a:pt x="-18637" y="169032"/>
                    <a:pt x="-80487" y="770550"/>
                    <a:pt x="384864" y="1174667"/>
                  </a:cubicBezTo>
                  <a:cubicBezTo>
                    <a:pt x="384864" y="1174598"/>
                    <a:pt x="980970" y="1027952"/>
                    <a:pt x="639800" y="385886"/>
                  </a:cubicBezTo>
                  <a:close/>
                </a:path>
              </a:pathLst>
            </a:custGeom>
            <a:solidFill>
              <a:srgbClr val="F8F1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11"/>
            <p:cNvSpPr/>
            <p:nvPr/>
          </p:nvSpPr>
          <p:spPr>
            <a:xfrm>
              <a:off x="344800" y="3112760"/>
              <a:ext cx="446368" cy="667683"/>
            </a:xfrm>
            <a:custGeom>
              <a:rect b="b" l="l" r="r" t="t"/>
              <a:pathLst>
                <a:path extrusionOk="0" h="667683" w="446368">
                  <a:moveTo>
                    <a:pt x="0" y="526996"/>
                  </a:moveTo>
                  <a:cubicBezTo>
                    <a:pt x="167948" y="500214"/>
                    <a:pt x="398021" y="393843"/>
                    <a:pt x="301375" y="0"/>
                  </a:cubicBezTo>
                  <a:cubicBezTo>
                    <a:pt x="331033" y="10110"/>
                    <a:pt x="361849" y="16439"/>
                    <a:pt x="393089" y="18836"/>
                  </a:cubicBezTo>
                  <a:cubicBezTo>
                    <a:pt x="460488" y="183222"/>
                    <a:pt x="541791" y="533023"/>
                    <a:pt x="97947" y="667683"/>
                  </a:cubicBezTo>
                  <a:cubicBezTo>
                    <a:pt x="61639" y="623443"/>
                    <a:pt x="28888" y="576401"/>
                    <a:pt x="0" y="526996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11"/>
            <p:cNvSpPr/>
            <p:nvPr/>
          </p:nvSpPr>
          <p:spPr>
            <a:xfrm>
              <a:off x="232538" y="3061527"/>
              <a:ext cx="341567" cy="420075"/>
            </a:xfrm>
            <a:custGeom>
              <a:rect b="b" l="l" r="r" t="t"/>
              <a:pathLst>
                <a:path extrusionOk="0" h="420075" w="341567">
                  <a:moveTo>
                    <a:pt x="314663" y="0"/>
                  </a:moveTo>
                  <a:cubicBezTo>
                    <a:pt x="323430" y="6301"/>
                    <a:pt x="332198" y="12103"/>
                    <a:pt x="340965" y="17398"/>
                  </a:cubicBezTo>
                  <a:cubicBezTo>
                    <a:pt x="346513" y="131783"/>
                    <a:pt x="318910" y="353020"/>
                    <a:pt x="36234" y="420076"/>
                  </a:cubicBezTo>
                  <a:cubicBezTo>
                    <a:pt x="21987" y="383294"/>
                    <a:pt x="10000" y="346719"/>
                    <a:pt x="0" y="310485"/>
                  </a:cubicBezTo>
                  <a:cubicBezTo>
                    <a:pt x="83495" y="305280"/>
                    <a:pt x="221785" y="254114"/>
                    <a:pt x="314663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11"/>
            <p:cNvSpPr/>
            <p:nvPr/>
          </p:nvSpPr>
          <p:spPr>
            <a:xfrm>
              <a:off x="190551" y="2976457"/>
              <a:ext cx="278498" cy="208133"/>
            </a:xfrm>
            <a:custGeom>
              <a:rect b="b" l="l" r="r" t="t"/>
              <a:pathLst>
                <a:path extrusionOk="0" h="208133" w="278498">
                  <a:moveTo>
                    <a:pt x="268977" y="0"/>
                  </a:moveTo>
                  <a:cubicBezTo>
                    <a:pt x="272128" y="4041"/>
                    <a:pt x="275347" y="7877"/>
                    <a:pt x="278498" y="11713"/>
                  </a:cubicBezTo>
                  <a:cubicBezTo>
                    <a:pt x="243703" y="89522"/>
                    <a:pt x="161099" y="221785"/>
                    <a:pt x="5754" y="206990"/>
                  </a:cubicBezTo>
                  <a:cubicBezTo>
                    <a:pt x="3082" y="182812"/>
                    <a:pt x="1233" y="159044"/>
                    <a:pt x="0" y="136441"/>
                  </a:cubicBezTo>
                  <a:cubicBezTo>
                    <a:pt x="77399" y="146578"/>
                    <a:pt x="174661" y="122947"/>
                    <a:pt x="268977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1"/>
            <p:cNvSpPr/>
            <p:nvPr/>
          </p:nvSpPr>
          <p:spPr>
            <a:xfrm>
              <a:off x="324756" y="2881337"/>
              <a:ext cx="606150" cy="548531"/>
            </a:xfrm>
            <a:custGeom>
              <a:rect b="b" l="l" r="r" t="t"/>
              <a:pathLst>
                <a:path extrusionOk="0" h="548531" w="606150">
                  <a:moveTo>
                    <a:pt x="562383" y="373549"/>
                  </a:moveTo>
                  <a:cubicBezTo>
                    <a:pt x="584328" y="429769"/>
                    <a:pt x="599041" y="488551"/>
                    <a:pt x="606151" y="548483"/>
                  </a:cubicBezTo>
                  <a:cubicBezTo>
                    <a:pt x="336009" y="552525"/>
                    <a:pt x="41483" y="299095"/>
                    <a:pt x="3811" y="72447"/>
                  </a:cubicBezTo>
                  <a:cubicBezTo>
                    <a:pt x="-14066" y="-35089"/>
                    <a:pt x="35524" y="-3855"/>
                    <a:pt x="57921" y="44433"/>
                  </a:cubicBezTo>
                  <a:cubicBezTo>
                    <a:pt x="192170" y="333343"/>
                    <a:pt x="455052" y="356905"/>
                    <a:pt x="562383" y="373549"/>
                  </a:cubicBezTo>
                  <a:close/>
                </a:path>
              </a:pathLst>
            </a:custGeom>
            <a:solidFill>
              <a:srgbClr val="FFFFFF">
                <a:alpha val="54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855300" y="991175"/>
            <a:ext cx="5172600" cy="39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74" name="Google Shape;74;p12"/>
          <p:cNvSpPr txBox="1"/>
          <p:nvPr>
            <p:ph idx="2" type="body"/>
          </p:nvPr>
        </p:nvSpPr>
        <p:spPr>
          <a:xfrm>
            <a:off x="3352725" y="1553925"/>
            <a:ext cx="2826900" cy="23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Challenges</a:t>
            </a:r>
            <a:r>
              <a:rPr b="1" lang="en" sz="1200"/>
              <a:t>:</a:t>
            </a:r>
            <a:endParaRPr b="1" sz="1200"/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SzPts val="1200"/>
              <a:buChar char="➜"/>
            </a:pPr>
            <a:r>
              <a:rPr b="1" lang="en" sz="1200"/>
              <a:t>ASCII art - Use conditional logic to display ASCII art for Rock, Paper, and Scissors game</a:t>
            </a:r>
            <a:endParaRPr b="1" sz="12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SzPts val="1200"/>
              <a:buChar char="➜"/>
            </a:pPr>
            <a:r>
              <a:rPr b="1" lang="en" sz="1200"/>
              <a:t>Create a new game - Duplicate the Rock, Paper, Scissors game and remix it to create a new game</a:t>
            </a:r>
            <a:endParaRPr b="1" sz="1200"/>
          </a:p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600900" y="1553925"/>
            <a:ext cx="3010200" cy="27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Statement(s):</a:t>
            </a:r>
            <a:endParaRPr b="1" sz="1500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➜"/>
            </a:pPr>
            <a:r>
              <a:rPr b="1" lang="en" sz="1400">
                <a:solidFill>
                  <a:srgbClr val="FFFFFF"/>
                </a:solidFill>
              </a:rPr>
              <a:t> </a:t>
            </a:r>
            <a:r>
              <a:rPr b="1" lang="en" sz="1400">
                <a:solidFill>
                  <a:srgbClr val="FFFFFF"/>
                </a:solidFill>
                <a:highlight>
                  <a:srgbClr val="000000"/>
                </a:highlight>
              </a:rPr>
              <a:t>if</a:t>
            </a:r>
            <a:endParaRPr b="1" sz="14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➜"/>
            </a:pPr>
            <a:r>
              <a:rPr b="1" lang="en" sz="1400">
                <a:solidFill>
                  <a:srgbClr val="FFFFFF"/>
                </a:solidFill>
              </a:rPr>
              <a:t> </a:t>
            </a:r>
            <a:r>
              <a:rPr b="1" lang="en" sz="1400">
                <a:solidFill>
                  <a:srgbClr val="FFFFFF"/>
                </a:solidFill>
                <a:highlight>
                  <a:srgbClr val="000000"/>
                </a:highlight>
              </a:rPr>
              <a:t>e</a:t>
            </a:r>
            <a:r>
              <a:rPr b="1" lang="en" sz="1400">
                <a:solidFill>
                  <a:srgbClr val="FFFFFF"/>
                </a:solidFill>
                <a:highlight>
                  <a:srgbClr val="000000"/>
                </a:highlight>
              </a:rPr>
              <a:t>lif</a:t>
            </a:r>
            <a:r>
              <a:rPr b="1" lang="en" sz="1400">
                <a:solidFill>
                  <a:srgbClr val="FFFFFF"/>
                </a:solidFill>
              </a:rPr>
              <a:t> </a:t>
            </a:r>
            <a:endParaRPr b="1" sz="1400"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➜"/>
            </a:pPr>
            <a:r>
              <a:rPr b="1" lang="en" sz="1400">
                <a:solidFill>
                  <a:srgbClr val="FFFFFF"/>
                </a:solidFill>
              </a:rPr>
              <a:t> </a:t>
            </a:r>
            <a:r>
              <a:rPr b="1" lang="en" sz="1400">
                <a:solidFill>
                  <a:srgbClr val="FFFFFF"/>
                </a:solidFill>
                <a:highlight>
                  <a:srgbClr val="000000"/>
                </a:highlight>
              </a:rPr>
              <a:t>else</a:t>
            </a:r>
            <a:endParaRPr b="1" sz="14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➜"/>
            </a:pPr>
            <a:r>
              <a:rPr b="1" lang="en" sz="1400"/>
              <a:t>Boolean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What is a boolean?</a:t>
            </a:r>
            <a:endParaRPr b="1" sz="14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 sz="1400"/>
              <a:t> </a:t>
            </a:r>
            <a:r>
              <a:rPr b="1" lang="en" sz="1400">
                <a:solidFill>
                  <a:srgbClr val="FFFFFF"/>
                </a:solidFill>
                <a:highlight>
                  <a:srgbClr val="000000"/>
                </a:highlight>
              </a:rPr>
              <a:t>==</a:t>
            </a:r>
            <a:endParaRPr b="1" sz="14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 sz="1400"/>
              <a:t> </a:t>
            </a:r>
            <a:r>
              <a:rPr b="1" lang="en" sz="1400">
                <a:solidFill>
                  <a:srgbClr val="FFFFFF"/>
                </a:solidFill>
                <a:highlight>
                  <a:srgbClr val="000000"/>
                </a:highlight>
              </a:rPr>
              <a:t>and</a:t>
            </a:r>
            <a:endParaRPr b="1" sz="1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7" name="Google Shape;77;p12"/>
          <p:cNvGrpSpPr/>
          <p:nvPr/>
        </p:nvGrpSpPr>
        <p:grpSpPr>
          <a:xfrm>
            <a:off x="7619523" y="2008343"/>
            <a:ext cx="996898" cy="934034"/>
            <a:chOff x="175906" y="401530"/>
            <a:chExt cx="2115209" cy="1982245"/>
          </a:xfrm>
        </p:grpSpPr>
        <p:sp>
          <p:nvSpPr>
            <p:cNvPr id="78" name="Google Shape;78;p12"/>
            <p:cNvSpPr/>
            <p:nvPr/>
          </p:nvSpPr>
          <p:spPr>
            <a:xfrm>
              <a:off x="175906" y="401530"/>
              <a:ext cx="2115209" cy="1982245"/>
            </a:xfrm>
            <a:custGeom>
              <a:rect b="b" l="l" r="r" t="t"/>
              <a:pathLst>
                <a:path extrusionOk="0" h="1982245" w="2115209">
                  <a:moveTo>
                    <a:pt x="1084390" y="1982245"/>
                  </a:moveTo>
                  <a:cubicBezTo>
                    <a:pt x="797399" y="1982245"/>
                    <a:pt x="529106" y="1889709"/>
                    <a:pt x="328897" y="1721967"/>
                  </a:cubicBezTo>
                  <a:cubicBezTo>
                    <a:pt x="126839" y="1552306"/>
                    <a:pt x="10261" y="1321480"/>
                    <a:pt x="672" y="1072023"/>
                  </a:cubicBezTo>
                  <a:cubicBezTo>
                    <a:pt x="-9739" y="802772"/>
                    <a:pt x="101359" y="520575"/>
                    <a:pt x="297801" y="316119"/>
                  </a:cubicBezTo>
                  <a:cubicBezTo>
                    <a:pt x="390549" y="219263"/>
                    <a:pt x="501447" y="141599"/>
                    <a:pt x="624176" y="87554"/>
                  </a:cubicBezTo>
                  <a:cubicBezTo>
                    <a:pt x="758672" y="28980"/>
                    <a:pt x="903928" y="-836"/>
                    <a:pt x="1050622" y="18"/>
                  </a:cubicBezTo>
                  <a:cubicBezTo>
                    <a:pt x="1339737" y="18"/>
                    <a:pt x="1578920" y="75910"/>
                    <a:pt x="1761389" y="225501"/>
                  </a:cubicBezTo>
                  <a:cubicBezTo>
                    <a:pt x="1935570" y="368312"/>
                    <a:pt x="2049065" y="569754"/>
                    <a:pt x="2098449" y="824416"/>
                  </a:cubicBezTo>
                  <a:cubicBezTo>
                    <a:pt x="2125608" y="962926"/>
                    <a:pt x="2119696" y="1105894"/>
                    <a:pt x="2081189" y="1241684"/>
                  </a:cubicBezTo>
                  <a:cubicBezTo>
                    <a:pt x="2044085" y="1372426"/>
                    <a:pt x="1979968" y="1493928"/>
                    <a:pt x="1892966" y="1598334"/>
                  </a:cubicBezTo>
                  <a:cubicBezTo>
                    <a:pt x="1795930" y="1715323"/>
                    <a:pt x="1675038" y="1810249"/>
                    <a:pt x="1538371" y="1876764"/>
                  </a:cubicBezTo>
                  <a:cubicBezTo>
                    <a:pt x="1396903" y="1945628"/>
                    <a:pt x="1241722" y="1981683"/>
                    <a:pt x="1084390" y="1982245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298813" y="475316"/>
              <a:ext cx="1869339" cy="1736332"/>
            </a:xfrm>
            <a:custGeom>
              <a:rect b="b" l="l" r="r" t="t"/>
              <a:pathLst>
                <a:path extrusionOk="0" h="1736332" w="1869339">
                  <a:moveTo>
                    <a:pt x="927716" y="0"/>
                  </a:moveTo>
                  <a:cubicBezTo>
                    <a:pt x="337774" y="0"/>
                    <a:pt x="-16274" y="505694"/>
                    <a:pt x="576" y="943990"/>
                  </a:cubicBezTo>
                  <a:cubicBezTo>
                    <a:pt x="17425" y="1382285"/>
                    <a:pt x="422022" y="1736332"/>
                    <a:pt x="961483" y="1736332"/>
                  </a:cubicBezTo>
                  <a:cubicBezTo>
                    <a:pt x="1500945" y="1736332"/>
                    <a:pt x="1957118" y="1250776"/>
                    <a:pt x="1854924" y="724876"/>
                  </a:cubicBezTo>
                  <a:cubicBezTo>
                    <a:pt x="1769717" y="285279"/>
                    <a:pt x="1464506" y="0"/>
                    <a:pt x="9277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298819" y="1299235"/>
              <a:ext cx="1869272" cy="912413"/>
            </a:xfrm>
            <a:custGeom>
              <a:rect b="b" l="l" r="r" t="t"/>
              <a:pathLst>
                <a:path extrusionOk="0" h="912413" w="1869272">
                  <a:moveTo>
                    <a:pt x="963190" y="603915"/>
                  </a:moveTo>
                  <a:cubicBezTo>
                    <a:pt x="507291" y="603915"/>
                    <a:pt x="141942" y="366308"/>
                    <a:pt x="1940" y="34795"/>
                  </a:cubicBezTo>
                  <a:cubicBezTo>
                    <a:pt x="-54" y="63172"/>
                    <a:pt x="-511" y="91639"/>
                    <a:pt x="570" y="120071"/>
                  </a:cubicBezTo>
                  <a:cubicBezTo>
                    <a:pt x="17419" y="558435"/>
                    <a:pt x="422016" y="912414"/>
                    <a:pt x="961477" y="912414"/>
                  </a:cubicBezTo>
                  <a:cubicBezTo>
                    <a:pt x="1466829" y="912414"/>
                    <a:pt x="1899097" y="486242"/>
                    <a:pt x="1867658" y="0"/>
                  </a:cubicBezTo>
                  <a:cubicBezTo>
                    <a:pt x="1728135" y="347404"/>
                    <a:pt x="1367649" y="603915"/>
                    <a:pt x="963190" y="603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2"/>
            <p:cNvSpPr/>
            <p:nvPr/>
          </p:nvSpPr>
          <p:spPr>
            <a:xfrm>
              <a:off x="557192" y="816095"/>
              <a:ext cx="758060" cy="758156"/>
            </a:xfrm>
            <a:custGeom>
              <a:rect b="b" l="l" r="r" t="t"/>
              <a:pathLst>
                <a:path extrusionOk="0" h="758156" w="758060">
                  <a:moveTo>
                    <a:pt x="724496" y="223151"/>
                  </a:moveTo>
                  <a:cubicBezTo>
                    <a:pt x="687310" y="294289"/>
                    <a:pt x="599494" y="321817"/>
                    <a:pt x="528355" y="284631"/>
                  </a:cubicBezTo>
                  <a:cubicBezTo>
                    <a:pt x="457217" y="247446"/>
                    <a:pt x="429689" y="159629"/>
                    <a:pt x="466875" y="88491"/>
                  </a:cubicBezTo>
                  <a:cubicBezTo>
                    <a:pt x="479923" y="63532"/>
                    <a:pt x="499937" y="42901"/>
                    <a:pt x="524492" y="29106"/>
                  </a:cubicBezTo>
                  <a:cubicBezTo>
                    <a:pt x="331208" y="-51203"/>
                    <a:pt x="109416" y="40382"/>
                    <a:pt x="29107" y="233665"/>
                  </a:cubicBezTo>
                  <a:cubicBezTo>
                    <a:pt x="-51203" y="426949"/>
                    <a:pt x="40381" y="648740"/>
                    <a:pt x="233665" y="729050"/>
                  </a:cubicBezTo>
                  <a:cubicBezTo>
                    <a:pt x="426956" y="809360"/>
                    <a:pt x="648741" y="717776"/>
                    <a:pt x="729051" y="524492"/>
                  </a:cubicBezTo>
                  <a:cubicBezTo>
                    <a:pt x="769257" y="427730"/>
                    <a:pt x="767606" y="318645"/>
                    <a:pt x="724496" y="22315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>
              <a:off x="731068" y="988792"/>
              <a:ext cx="411706" cy="411763"/>
            </a:xfrm>
            <a:custGeom>
              <a:rect b="b" l="l" r="r" t="t"/>
              <a:pathLst>
                <a:path extrusionOk="0" h="411763" w="411706">
                  <a:moveTo>
                    <a:pt x="279862" y="13810"/>
                  </a:moveTo>
                  <a:cubicBezTo>
                    <a:pt x="173784" y="-27047"/>
                    <a:pt x="54666" y="25824"/>
                    <a:pt x="13809" y="131901"/>
                  </a:cubicBezTo>
                  <a:cubicBezTo>
                    <a:pt x="-27048" y="237978"/>
                    <a:pt x="25830" y="357097"/>
                    <a:pt x="131907" y="397954"/>
                  </a:cubicBezTo>
                  <a:cubicBezTo>
                    <a:pt x="237984" y="438811"/>
                    <a:pt x="357096" y="385940"/>
                    <a:pt x="397953" y="279863"/>
                  </a:cubicBezTo>
                  <a:cubicBezTo>
                    <a:pt x="417090" y="230170"/>
                    <a:pt x="416227" y="174998"/>
                    <a:pt x="395549" y="125935"/>
                  </a:cubicBezTo>
                  <a:cubicBezTo>
                    <a:pt x="337897" y="115325"/>
                    <a:pt x="292273" y="71105"/>
                    <a:pt x="279862" y="13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83;p12"/>
          <p:cNvGrpSpPr/>
          <p:nvPr/>
        </p:nvGrpSpPr>
        <p:grpSpPr>
          <a:xfrm>
            <a:off x="6111567" y="1930026"/>
            <a:ext cx="1164000" cy="1090631"/>
            <a:chOff x="175906" y="401530"/>
            <a:chExt cx="2115209" cy="1982245"/>
          </a:xfrm>
        </p:grpSpPr>
        <p:sp>
          <p:nvSpPr>
            <p:cNvPr id="84" name="Google Shape;84;p12"/>
            <p:cNvSpPr/>
            <p:nvPr/>
          </p:nvSpPr>
          <p:spPr>
            <a:xfrm>
              <a:off x="175906" y="401530"/>
              <a:ext cx="2115209" cy="1982245"/>
            </a:xfrm>
            <a:custGeom>
              <a:rect b="b" l="l" r="r" t="t"/>
              <a:pathLst>
                <a:path extrusionOk="0" h="1982245" w="2115209">
                  <a:moveTo>
                    <a:pt x="1084390" y="1982245"/>
                  </a:moveTo>
                  <a:cubicBezTo>
                    <a:pt x="797399" y="1982245"/>
                    <a:pt x="529106" y="1889709"/>
                    <a:pt x="328897" y="1721967"/>
                  </a:cubicBezTo>
                  <a:cubicBezTo>
                    <a:pt x="126839" y="1552306"/>
                    <a:pt x="10261" y="1321480"/>
                    <a:pt x="672" y="1072023"/>
                  </a:cubicBezTo>
                  <a:cubicBezTo>
                    <a:pt x="-9739" y="802772"/>
                    <a:pt x="101359" y="520575"/>
                    <a:pt x="297801" y="316119"/>
                  </a:cubicBezTo>
                  <a:cubicBezTo>
                    <a:pt x="390549" y="219263"/>
                    <a:pt x="501447" y="141599"/>
                    <a:pt x="624176" y="87554"/>
                  </a:cubicBezTo>
                  <a:cubicBezTo>
                    <a:pt x="758672" y="28980"/>
                    <a:pt x="903928" y="-836"/>
                    <a:pt x="1050622" y="18"/>
                  </a:cubicBezTo>
                  <a:cubicBezTo>
                    <a:pt x="1339737" y="18"/>
                    <a:pt x="1578920" y="75910"/>
                    <a:pt x="1761389" y="225501"/>
                  </a:cubicBezTo>
                  <a:cubicBezTo>
                    <a:pt x="1935570" y="368312"/>
                    <a:pt x="2049065" y="569754"/>
                    <a:pt x="2098449" y="824416"/>
                  </a:cubicBezTo>
                  <a:cubicBezTo>
                    <a:pt x="2125608" y="962926"/>
                    <a:pt x="2119696" y="1105894"/>
                    <a:pt x="2081189" y="1241684"/>
                  </a:cubicBezTo>
                  <a:cubicBezTo>
                    <a:pt x="2044085" y="1372426"/>
                    <a:pt x="1979968" y="1493928"/>
                    <a:pt x="1892966" y="1598334"/>
                  </a:cubicBezTo>
                  <a:cubicBezTo>
                    <a:pt x="1795930" y="1715323"/>
                    <a:pt x="1675038" y="1810249"/>
                    <a:pt x="1538371" y="1876764"/>
                  </a:cubicBezTo>
                  <a:cubicBezTo>
                    <a:pt x="1396903" y="1945628"/>
                    <a:pt x="1241722" y="1981683"/>
                    <a:pt x="1084390" y="1982245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>
              <a:off x="298813" y="475316"/>
              <a:ext cx="1869339" cy="1736332"/>
            </a:xfrm>
            <a:custGeom>
              <a:rect b="b" l="l" r="r" t="t"/>
              <a:pathLst>
                <a:path extrusionOk="0" h="1736332" w="1869339">
                  <a:moveTo>
                    <a:pt x="927716" y="0"/>
                  </a:moveTo>
                  <a:cubicBezTo>
                    <a:pt x="337774" y="0"/>
                    <a:pt x="-16274" y="505694"/>
                    <a:pt x="576" y="943990"/>
                  </a:cubicBezTo>
                  <a:cubicBezTo>
                    <a:pt x="17425" y="1382285"/>
                    <a:pt x="422022" y="1736332"/>
                    <a:pt x="961483" y="1736332"/>
                  </a:cubicBezTo>
                  <a:cubicBezTo>
                    <a:pt x="1500945" y="1736332"/>
                    <a:pt x="1957118" y="1250776"/>
                    <a:pt x="1854924" y="724876"/>
                  </a:cubicBezTo>
                  <a:cubicBezTo>
                    <a:pt x="1769717" y="285279"/>
                    <a:pt x="1464506" y="0"/>
                    <a:pt x="9277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2"/>
            <p:cNvSpPr/>
            <p:nvPr/>
          </p:nvSpPr>
          <p:spPr>
            <a:xfrm>
              <a:off x="298819" y="1299235"/>
              <a:ext cx="1869272" cy="912413"/>
            </a:xfrm>
            <a:custGeom>
              <a:rect b="b" l="l" r="r" t="t"/>
              <a:pathLst>
                <a:path extrusionOk="0" h="912413" w="1869272">
                  <a:moveTo>
                    <a:pt x="963190" y="603915"/>
                  </a:moveTo>
                  <a:cubicBezTo>
                    <a:pt x="507291" y="603915"/>
                    <a:pt x="141942" y="366308"/>
                    <a:pt x="1940" y="34795"/>
                  </a:cubicBezTo>
                  <a:cubicBezTo>
                    <a:pt x="-54" y="63172"/>
                    <a:pt x="-511" y="91639"/>
                    <a:pt x="570" y="120071"/>
                  </a:cubicBezTo>
                  <a:cubicBezTo>
                    <a:pt x="17419" y="558435"/>
                    <a:pt x="422016" y="912414"/>
                    <a:pt x="961477" y="912414"/>
                  </a:cubicBezTo>
                  <a:cubicBezTo>
                    <a:pt x="1466829" y="912414"/>
                    <a:pt x="1899097" y="486242"/>
                    <a:pt x="1867658" y="0"/>
                  </a:cubicBezTo>
                  <a:cubicBezTo>
                    <a:pt x="1728135" y="347404"/>
                    <a:pt x="1367649" y="603915"/>
                    <a:pt x="963190" y="603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2"/>
            <p:cNvSpPr/>
            <p:nvPr/>
          </p:nvSpPr>
          <p:spPr>
            <a:xfrm>
              <a:off x="599840" y="837427"/>
              <a:ext cx="758060" cy="758156"/>
            </a:xfrm>
            <a:custGeom>
              <a:rect b="b" l="l" r="r" t="t"/>
              <a:pathLst>
                <a:path extrusionOk="0" h="758156" w="758060">
                  <a:moveTo>
                    <a:pt x="724496" y="223151"/>
                  </a:moveTo>
                  <a:cubicBezTo>
                    <a:pt x="687310" y="294289"/>
                    <a:pt x="599494" y="321817"/>
                    <a:pt x="528355" y="284631"/>
                  </a:cubicBezTo>
                  <a:cubicBezTo>
                    <a:pt x="457217" y="247446"/>
                    <a:pt x="429689" y="159629"/>
                    <a:pt x="466875" y="88491"/>
                  </a:cubicBezTo>
                  <a:cubicBezTo>
                    <a:pt x="479923" y="63532"/>
                    <a:pt x="499937" y="42901"/>
                    <a:pt x="524492" y="29106"/>
                  </a:cubicBezTo>
                  <a:cubicBezTo>
                    <a:pt x="331208" y="-51203"/>
                    <a:pt x="109416" y="40382"/>
                    <a:pt x="29107" y="233665"/>
                  </a:cubicBezTo>
                  <a:cubicBezTo>
                    <a:pt x="-51203" y="426949"/>
                    <a:pt x="40381" y="648740"/>
                    <a:pt x="233665" y="729050"/>
                  </a:cubicBezTo>
                  <a:cubicBezTo>
                    <a:pt x="426956" y="809360"/>
                    <a:pt x="648741" y="717776"/>
                    <a:pt x="729051" y="524492"/>
                  </a:cubicBezTo>
                  <a:cubicBezTo>
                    <a:pt x="769257" y="427730"/>
                    <a:pt x="767606" y="318645"/>
                    <a:pt x="724496" y="22315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2"/>
            <p:cNvSpPr/>
            <p:nvPr/>
          </p:nvSpPr>
          <p:spPr>
            <a:xfrm>
              <a:off x="773716" y="1010124"/>
              <a:ext cx="411706" cy="411763"/>
            </a:xfrm>
            <a:custGeom>
              <a:rect b="b" l="l" r="r" t="t"/>
              <a:pathLst>
                <a:path extrusionOk="0" h="411763" w="411706">
                  <a:moveTo>
                    <a:pt x="279862" y="13810"/>
                  </a:moveTo>
                  <a:cubicBezTo>
                    <a:pt x="173784" y="-27047"/>
                    <a:pt x="54666" y="25824"/>
                    <a:pt x="13809" y="131901"/>
                  </a:cubicBezTo>
                  <a:cubicBezTo>
                    <a:pt x="-27048" y="237978"/>
                    <a:pt x="25830" y="357097"/>
                    <a:pt x="131907" y="397954"/>
                  </a:cubicBezTo>
                  <a:cubicBezTo>
                    <a:pt x="237984" y="438811"/>
                    <a:pt x="357096" y="385940"/>
                    <a:pt x="397953" y="279863"/>
                  </a:cubicBezTo>
                  <a:cubicBezTo>
                    <a:pt x="417090" y="230170"/>
                    <a:pt x="416227" y="174998"/>
                    <a:pt x="395549" y="125935"/>
                  </a:cubicBezTo>
                  <a:cubicBezTo>
                    <a:pt x="337897" y="115325"/>
                    <a:pt x="292273" y="71105"/>
                    <a:pt x="279862" y="13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12"/>
          <p:cNvGrpSpPr/>
          <p:nvPr/>
        </p:nvGrpSpPr>
        <p:grpSpPr>
          <a:xfrm>
            <a:off x="6246283" y="1081005"/>
            <a:ext cx="676734" cy="678124"/>
            <a:chOff x="2893887" y="2547824"/>
            <a:chExt cx="1212350" cy="1214840"/>
          </a:xfrm>
        </p:grpSpPr>
        <p:sp>
          <p:nvSpPr>
            <p:cNvPr id="90" name="Google Shape;90;p12"/>
            <p:cNvSpPr/>
            <p:nvPr/>
          </p:nvSpPr>
          <p:spPr>
            <a:xfrm>
              <a:off x="2893887" y="2547824"/>
              <a:ext cx="1212350" cy="1214840"/>
            </a:xfrm>
            <a:custGeom>
              <a:rect b="b" l="l" r="r" t="t"/>
              <a:pathLst>
                <a:path extrusionOk="0" h="1214840" w="1212350">
                  <a:moveTo>
                    <a:pt x="0" y="1070973"/>
                  </a:moveTo>
                  <a:cubicBezTo>
                    <a:pt x="0" y="1070973"/>
                    <a:pt x="650697" y="1447692"/>
                    <a:pt x="1212351" y="981930"/>
                  </a:cubicBezTo>
                  <a:lnTo>
                    <a:pt x="549325" y="40612"/>
                  </a:lnTo>
                  <a:cubicBezTo>
                    <a:pt x="518790" y="-2656"/>
                    <a:pt x="458960" y="-12985"/>
                    <a:pt x="415686" y="17550"/>
                  </a:cubicBezTo>
                  <a:cubicBezTo>
                    <a:pt x="400062" y="28578"/>
                    <a:pt x="388089" y="44030"/>
                    <a:pt x="381308" y="61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2"/>
            <p:cNvSpPr/>
            <p:nvPr/>
          </p:nvSpPr>
          <p:spPr>
            <a:xfrm>
              <a:off x="2996697" y="3186871"/>
              <a:ext cx="951250" cy="244546"/>
            </a:xfrm>
            <a:custGeom>
              <a:rect b="b" l="l" r="r" t="t"/>
              <a:pathLst>
                <a:path extrusionOk="0" h="244546" w="951250">
                  <a:moveTo>
                    <a:pt x="43357" y="45138"/>
                  </a:moveTo>
                  <a:lnTo>
                    <a:pt x="0" y="159934"/>
                  </a:lnTo>
                  <a:cubicBezTo>
                    <a:pt x="152674" y="234319"/>
                    <a:pt x="473639" y="323156"/>
                    <a:pt x="951250" y="118221"/>
                  </a:cubicBezTo>
                  <a:lnTo>
                    <a:pt x="867961" y="0"/>
                  </a:lnTo>
                  <a:cubicBezTo>
                    <a:pt x="691177" y="94111"/>
                    <a:pt x="402815" y="180483"/>
                    <a:pt x="43357" y="45138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2"/>
            <p:cNvSpPr/>
            <p:nvPr/>
          </p:nvSpPr>
          <p:spPr>
            <a:xfrm>
              <a:off x="3140056" y="2892620"/>
              <a:ext cx="568503" cy="125416"/>
            </a:xfrm>
            <a:custGeom>
              <a:rect b="b" l="l" r="r" t="t"/>
              <a:pathLst>
                <a:path extrusionOk="0" h="125416" w="568503">
                  <a:moveTo>
                    <a:pt x="27398" y="2123"/>
                  </a:moveTo>
                  <a:lnTo>
                    <a:pt x="0" y="74179"/>
                  </a:lnTo>
                  <a:cubicBezTo>
                    <a:pt x="118016" y="119317"/>
                    <a:pt x="322540" y="163222"/>
                    <a:pt x="568503" y="72261"/>
                  </a:cubicBezTo>
                  <a:lnTo>
                    <a:pt x="517544" y="0"/>
                  </a:lnTo>
                  <a:cubicBezTo>
                    <a:pt x="405281" y="47467"/>
                    <a:pt x="236717" y="79796"/>
                    <a:pt x="27398" y="2123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2"/>
            <p:cNvSpPr/>
            <p:nvPr/>
          </p:nvSpPr>
          <p:spPr>
            <a:xfrm>
              <a:off x="3404162" y="2647161"/>
              <a:ext cx="524058" cy="1084446"/>
            </a:xfrm>
            <a:custGeom>
              <a:rect b="b" l="l" r="r" t="t"/>
              <a:pathLst>
                <a:path extrusionOk="0" h="1084446" w="524058">
                  <a:moveTo>
                    <a:pt x="524059" y="1002185"/>
                  </a:moveTo>
                  <a:lnTo>
                    <a:pt x="18570" y="4084"/>
                  </a:lnTo>
                  <a:cubicBezTo>
                    <a:pt x="13844" y="-5299"/>
                    <a:pt x="-2595" y="3057"/>
                    <a:pt x="351" y="13331"/>
                  </a:cubicBezTo>
                  <a:lnTo>
                    <a:pt x="311452" y="1084446"/>
                  </a:lnTo>
                  <a:cubicBezTo>
                    <a:pt x="385337" y="1065562"/>
                    <a:pt x="456708" y="1037952"/>
                    <a:pt x="524059" y="1002185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2"/>
          <p:cNvGrpSpPr/>
          <p:nvPr/>
        </p:nvGrpSpPr>
        <p:grpSpPr>
          <a:xfrm flipH="1">
            <a:off x="7855932" y="1081005"/>
            <a:ext cx="676734" cy="678124"/>
            <a:chOff x="2893887" y="2547824"/>
            <a:chExt cx="1212350" cy="1214840"/>
          </a:xfrm>
        </p:grpSpPr>
        <p:sp>
          <p:nvSpPr>
            <p:cNvPr id="95" name="Google Shape;95;p12"/>
            <p:cNvSpPr/>
            <p:nvPr/>
          </p:nvSpPr>
          <p:spPr>
            <a:xfrm>
              <a:off x="2893887" y="2547824"/>
              <a:ext cx="1212350" cy="1214840"/>
            </a:xfrm>
            <a:custGeom>
              <a:rect b="b" l="l" r="r" t="t"/>
              <a:pathLst>
                <a:path extrusionOk="0" h="1214840" w="1212350">
                  <a:moveTo>
                    <a:pt x="0" y="1070973"/>
                  </a:moveTo>
                  <a:cubicBezTo>
                    <a:pt x="0" y="1070973"/>
                    <a:pt x="650697" y="1447692"/>
                    <a:pt x="1212351" y="981930"/>
                  </a:cubicBezTo>
                  <a:lnTo>
                    <a:pt x="549325" y="40612"/>
                  </a:lnTo>
                  <a:cubicBezTo>
                    <a:pt x="518790" y="-2656"/>
                    <a:pt x="458960" y="-12985"/>
                    <a:pt x="415686" y="17550"/>
                  </a:cubicBezTo>
                  <a:cubicBezTo>
                    <a:pt x="400062" y="28578"/>
                    <a:pt x="388089" y="44030"/>
                    <a:pt x="381308" y="61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2"/>
            <p:cNvSpPr/>
            <p:nvPr/>
          </p:nvSpPr>
          <p:spPr>
            <a:xfrm>
              <a:off x="2996697" y="3186871"/>
              <a:ext cx="951250" cy="244546"/>
            </a:xfrm>
            <a:custGeom>
              <a:rect b="b" l="l" r="r" t="t"/>
              <a:pathLst>
                <a:path extrusionOk="0" h="244546" w="951250">
                  <a:moveTo>
                    <a:pt x="43357" y="45138"/>
                  </a:moveTo>
                  <a:lnTo>
                    <a:pt x="0" y="159934"/>
                  </a:lnTo>
                  <a:cubicBezTo>
                    <a:pt x="152674" y="234319"/>
                    <a:pt x="473639" y="323156"/>
                    <a:pt x="951250" y="118221"/>
                  </a:cubicBezTo>
                  <a:lnTo>
                    <a:pt x="867961" y="0"/>
                  </a:lnTo>
                  <a:cubicBezTo>
                    <a:pt x="691177" y="94111"/>
                    <a:pt x="402815" y="180483"/>
                    <a:pt x="43357" y="45138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2"/>
            <p:cNvSpPr/>
            <p:nvPr/>
          </p:nvSpPr>
          <p:spPr>
            <a:xfrm>
              <a:off x="3140056" y="2892620"/>
              <a:ext cx="568503" cy="125416"/>
            </a:xfrm>
            <a:custGeom>
              <a:rect b="b" l="l" r="r" t="t"/>
              <a:pathLst>
                <a:path extrusionOk="0" h="125416" w="568503">
                  <a:moveTo>
                    <a:pt x="27398" y="2123"/>
                  </a:moveTo>
                  <a:lnTo>
                    <a:pt x="0" y="74179"/>
                  </a:lnTo>
                  <a:cubicBezTo>
                    <a:pt x="118016" y="119317"/>
                    <a:pt x="322540" y="163222"/>
                    <a:pt x="568503" y="72261"/>
                  </a:cubicBezTo>
                  <a:lnTo>
                    <a:pt x="517544" y="0"/>
                  </a:lnTo>
                  <a:cubicBezTo>
                    <a:pt x="405281" y="47467"/>
                    <a:pt x="236717" y="79796"/>
                    <a:pt x="27398" y="2123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2"/>
            <p:cNvSpPr/>
            <p:nvPr/>
          </p:nvSpPr>
          <p:spPr>
            <a:xfrm>
              <a:off x="3404162" y="2647161"/>
              <a:ext cx="524058" cy="1084446"/>
            </a:xfrm>
            <a:custGeom>
              <a:rect b="b" l="l" r="r" t="t"/>
              <a:pathLst>
                <a:path extrusionOk="0" h="1084446" w="524058">
                  <a:moveTo>
                    <a:pt x="524059" y="1002185"/>
                  </a:moveTo>
                  <a:lnTo>
                    <a:pt x="18570" y="4084"/>
                  </a:lnTo>
                  <a:cubicBezTo>
                    <a:pt x="13844" y="-5299"/>
                    <a:pt x="-2595" y="3057"/>
                    <a:pt x="351" y="13331"/>
                  </a:cubicBezTo>
                  <a:lnTo>
                    <a:pt x="311452" y="1084446"/>
                  </a:lnTo>
                  <a:cubicBezTo>
                    <a:pt x="385337" y="1065562"/>
                    <a:pt x="456708" y="1037952"/>
                    <a:pt x="524059" y="1002185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2"/>
          <p:cNvSpPr/>
          <p:nvPr/>
        </p:nvSpPr>
        <p:spPr>
          <a:xfrm>
            <a:off x="6772363" y="1358829"/>
            <a:ext cx="1196571" cy="1123538"/>
          </a:xfrm>
          <a:custGeom>
            <a:rect b="b" l="l" r="r" t="t"/>
            <a:pathLst>
              <a:path extrusionOk="0" h="1404422" w="1256243">
                <a:moveTo>
                  <a:pt x="136989" y="466050"/>
                </a:moveTo>
                <a:cubicBezTo>
                  <a:pt x="136989" y="466050"/>
                  <a:pt x="267128" y="-13411"/>
                  <a:pt x="705492" y="288"/>
                </a:cubicBezTo>
                <a:cubicBezTo>
                  <a:pt x="1198652" y="15699"/>
                  <a:pt x="1243790" y="411254"/>
                  <a:pt x="1253447" y="589340"/>
                </a:cubicBezTo>
                <a:cubicBezTo>
                  <a:pt x="1267146" y="842769"/>
                  <a:pt x="1239748" y="1020854"/>
                  <a:pt x="958921" y="1150994"/>
                </a:cubicBezTo>
                <a:cubicBezTo>
                  <a:pt x="958921" y="1150994"/>
                  <a:pt x="1137007" y="911263"/>
                  <a:pt x="1013717" y="719479"/>
                </a:cubicBezTo>
                <a:cubicBezTo>
                  <a:pt x="1013717" y="719479"/>
                  <a:pt x="965771" y="1301681"/>
                  <a:pt x="404117" y="1404423"/>
                </a:cubicBezTo>
                <a:cubicBezTo>
                  <a:pt x="404117" y="1404423"/>
                  <a:pt x="657546" y="1157843"/>
                  <a:pt x="506858" y="801672"/>
                </a:cubicBezTo>
                <a:cubicBezTo>
                  <a:pt x="506858" y="801672"/>
                  <a:pt x="520557" y="1144144"/>
                  <a:pt x="123290" y="1130445"/>
                </a:cubicBezTo>
                <a:cubicBezTo>
                  <a:pt x="123290" y="1130445"/>
                  <a:pt x="363020" y="993457"/>
                  <a:pt x="294526" y="746877"/>
                </a:cubicBezTo>
                <a:cubicBezTo>
                  <a:pt x="253429" y="842769"/>
                  <a:pt x="157537" y="904414"/>
                  <a:pt x="0" y="870167"/>
                </a:cubicBezTo>
                <a:cubicBezTo>
                  <a:pt x="116440" y="801672"/>
                  <a:pt x="116440" y="561942"/>
                  <a:pt x="136989" y="466050"/>
                </a:cubicBezTo>
                <a:close/>
              </a:path>
            </a:pathLst>
          </a:custGeom>
          <a:gradFill>
            <a:gsLst>
              <a:gs pos="0">
                <a:srgbClr val="BBFF45">
                  <a:alpha val="0"/>
                </a:srgbClr>
              </a:gs>
              <a:gs pos="65000">
                <a:srgbClr val="C2FF33"/>
              </a:gs>
              <a:gs pos="100000">
                <a:srgbClr val="C9FF20"/>
              </a:gs>
            </a:gsLst>
            <a:lin ang="5400012" scaled="0"/>
          </a:gradFill>
          <a:ln>
            <a:noFill/>
          </a:ln>
          <a:effectLst>
            <a:outerShdw blurRad="28575" rotWithShape="0" algn="bl" dir="5400000" dist="38100">
              <a:schemeClr val="dk1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7121043" y="3011579"/>
            <a:ext cx="660217" cy="901249"/>
            <a:chOff x="6763768" y="3011579"/>
            <a:chExt cx="660217" cy="901249"/>
          </a:xfrm>
        </p:grpSpPr>
        <p:sp>
          <p:nvSpPr>
            <p:cNvPr id="101" name="Google Shape;101;p12"/>
            <p:cNvSpPr/>
            <p:nvPr/>
          </p:nvSpPr>
          <p:spPr>
            <a:xfrm>
              <a:off x="6763768" y="3011579"/>
              <a:ext cx="660217" cy="901249"/>
            </a:xfrm>
            <a:custGeom>
              <a:rect b="b" l="l" r="r" t="t"/>
              <a:pathLst>
                <a:path extrusionOk="0" h="1178103" w="863029">
                  <a:moveTo>
                    <a:pt x="863029" y="595901"/>
                  </a:moveTo>
                  <a:cubicBezTo>
                    <a:pt x="863029" y="932551"/>
                    <a:pt x="725013" y="1178103"/>
                    <a:pt x="428090" y="1178103"/>
                  </a:cubicBezTo>
                  <a:cubicBezTo>
                    <a:pt x="131167" y="1178103"/>
                    <a:pt x="0" y="905153"/>
                    <a:pt x="0" y="568503"/>
                  </a:cubicBezTo>
                  <a:cubicBezTo>
                    <a:pt x="0" y="231853"/>
                    <a:pt x="131167" y="0"/>
                    <a:pt x="428090" y="0"/>
                  </a:cubicBezTo>
                  <a:cubicBezTo>
                    <a:pt x="725013" y="0"/>
                    <a:pt x="863029" y="259182"/>
                    <a:pt x="863029" y="595901"/>
                  </a:cubicBezTo>
                  <a:close/>
                </a:path>
              </a:pathLst>
            </a:custGeom>
            <a:solidFill>
              <a:srgbClr val="4C11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2"/>
            <p:cNvSpPr/>
            <p:nvPr/>
          </p:nvSpPr>
          <p:spPr>
            <a:xfrm>
              <a:off x="6827581" y="3655993"/>
              <a:ext cx="531684" cy="256751"/>
            </a:xfrm>
            <a:custGeom>
              <a:rect b="b" l="l" r="r" t="t"/>
              <a:pathLst>
                <a:path extrusionOk="0" h="335622" w="695012">
                  <a:moveTo>
                    <a:pt x="344664" y="0"/>
                  </a:moveTo>
                  <a:cubicBezTo>
                    <a:pt x="181716" y="0"/>
                    <a:pt x="68837" y="45891"/>
                    <a:pt x="0" y="123838"/>
                  </a:cubicBezTo>
                  <a:cubicBezTo>
                    <a:pt x="68837" y="253497"/>
                    <a:pt x="181784" y="335622"/>
                    <a:pt x="344664" y="335622"/>
                  </a:cubicBezTo>
                  <a:cubicBezTo>
                    <a:pt x="509050" y="335622"/>
                    <a:pt x="624463" y="260279"/>
                    <a:pt x="695013" y="136167"/>
                  </a:cubicBezTo>
                  <a:cubicBezTo>
                    <a:pt x="624463" y="52193"/>
                    <a:pt x="509050" y="0"/>
                    <a:pt x="34466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rgbClr val="FF6B4B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2"/>
            <p:cNvSpPr/>
            <p:nvPr/>
          </p:nvSpPr>
          <p:spPr>
            <a:xfrm>
              <a:off x="6838741" y="3028921"/>
              <a:ext cx="140218" cy="213492"/>
            </a:xfrm>
            <a:custGeom>
              <a:rect b="b" l="l" r="r" t="t"/>
              <a:pathLst>
                <a:path extrusionOk="0" h="279075" w="183291">
                  <a:moveTo>
                    <a:pt x="0" y="142331"/>
                  </a:moveTo>
                  <a:cubicBezTo>
                    <a:pt x="12329" y="212195"/>
                    <a:pt x="34247" y="273087"/>
                    <a:pt x="73700" y="278704"/>
                  </a:cubicBezTo>
                  <a:cubicBezTo>
                    <a:pt x="141235" y="288361"/>
                    <a:pt x="171442" y="107468"/>
                    <a:pt x="183291" y="0"/>
                  </a:cubicBezTo>
                  <a:cubicBezTo>
                    <a:pt x="107927" y="25487"/>
                    <a:pt x="43357" y="75631"/>
                    <a:pt x="0" y="142331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28575" rotWithShape="0" algn="bl" dir="5400000" dist="19050">
                <a:schemeClr val="dk1">
                  <a:alpha val="64999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2"/>
            <p:cNvSpPr/>
            <p:nvPr/>
          </p:nvSpPr>
          <p:spPr>
            <a:xfrm>
              <a:off x="7199927" y="3029392"/>
              <a:ext cx="134768" cy="213017"/>
            </a:xfrm>
            <a:custGeom>
              <a:rect b="b" l="l" r="r" t="t"/>
              <a:pathLst>
                <a:path extrusionOk="0" h="278454" w="176167">
                  <a:moveTo>
                    <a:pt x="0" y="0"/>
                  </a:moveTo>
                  <a:cubicBezTo>
                    <a:pt x="4315" y="101920"/>
                    <a:pt x="21507" y="268567"/>
                    <a:pt x="87810" y="278087"/>
                  </a:cubicBezTo>
                  <a:cubicBezTo>
                    <a:pt x="130687" y="284183"/>
                    <a:pt x="158496" y="213497"/>
                    <a:pt x="176167" y="133564"/>
                  </a:cubicBezTo>
                  <a:cubicBezTo>
                    <a:pt x="132516" y="72042"/>
                    <a:pt x="71022" y="25418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28575" rotWithShape="0" algn="bl" dir="5400000" dist="19050">
                <a:schemeClr val="dk1">
                  <a:alpha val="64999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>
            <p:ph idx="4294967295" type="ctrTitle"/>
          </p:nvPr>
        </p:nvSpPr>
        <p:spPr>
          <a:xfrm>
            <a:off x="2834688" y="709704"/>
            <a:ext cx="3331500" cy="1011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Getting Started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https://trinket.io/embed/python/de918c4f5d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sp>
        <p:nvSpPr>
          <p:cNvPr id="110" name="Google Shape;110;p13"/>
          <p:cNvSpPr txBox="1"/>
          <p:nvPr>
            <p:ph idx="4294967295" type="subTitle"/>
          </p:nvPr>
        </p:nvSpPr>
        <p:spPr>
          <a:xfrm>
            <a:off x="855300" y="1347707"/>
            <a:ext cx="7290300" cy="9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First, let the player choose Rock, Paper or Scissors by typing the letter ‘r’, ‘p’, or ‘s’.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6166171" y="69256"/>
            <a:ext cx="453116" cy="714197"/>
            <a:chOff x="1620532" y="2740711"/>
            <a:chExt cx="745257" cy="1174666"/>
          </a:xfrm>
        </p:grpSpPr>
        <p:sp>
          <p:nvSpPr>
            <p:cNvPr id="113" name="Google Shape;113;p13"/>
            <p:cNvSpPr/>
            <p:nvPr/>
          </p:nvSpPr>
          <p:spPr>
            <a:xfrm>
              <a:off x="1620532" y="2740711"/>
              <a:ext cx="745257" cy="1174666"/>
            </a:xfrm>
            <a:custGeom>
              <a:rect b="b" l="l" r="r" t="t"/>
              <a:pathLst>
                <a:path extrusionOk="0" h="1174666" w="745257">
                  <a:moveTo>
                    <a:pt x="105526" y="385886"/>
                  </a:moveTo>
                  <a:cubicBezTo>
                    <a:pt x="105526" y="385886"/>
                    <a:pt x="389709" y="456640"/>
                    <a:pt x="547452" y="114511"/>
                  </a:cubicBezTo>
                  <a:cubicBezTo>
                    <a:pt x="625124" y="-53848"/>
                    <a:pt x="678481" y="-1313"/>
                    <a:pt x="704989" y="51359"/>
                  </a:cubicBezTo>
                  <a:cubicBezTo>
                    <a:pt x="763894" y="169032"/>
                    <a:pt x="825744" y="770550"/>
                    <a:pt x="360393" y="1174667"/>
                  </a:cubicBezTo>
                  <a:cubicBezTo>
                    <a:pt x="360257" y="1174598"/>
                    <a:pt x="-235850" y="1027952"/>
                    <a:pt x="105526" y="385886"/>
                  </a:cubicBezTo>
                  <a:close/>
                </a:path>
              </a:pathLst>
            </a:custGeom>
            <a:solidFill>
              <a:srgbClr val="F8F1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1763362" y="3112760"/>
              <a:ext cx="446402" cy="667683"/>
            </a:xfrm>
            <a:custGeom>
              <a:rect b="b" l="l" r="r" t="t"/>
              <a:pathLst>
                <a:path extrusionOk="0" h="667683" w="446402">
                  <a:moveTo>
                    <a:pt x="446403" y="526996"/>
                  </a:moveTo>
                  <a:cubicBezTo>
                    <a:pt x="278523" y="500214"/>
                    <a:pt x="48382" y="393843"/>
                    <a:pt x="145028" y="0"/>
                  </a:cubicBezTo>
                  <a:cubicBezTo>
                    <a:pt x="115342" y="10103"/>
                    <a:pt x="84506" y="16432"/>
                    <a:pt x="53245" y="18836"/>
                  </a:cubicBezTo>
                  <a:cubicBezTo>
                    <a:pt x="-14085" y="183222"/>
                    <a:pt x="-95456" y="533023"/>
                    <a:pt x="348456" y="667683"/>
                  </a:cubicBezTo>
                  <a:cubicBezTo>
                    <a:pt x="384785" y="623463"/>
                    <a:pt x="417539" y="576414"/>
                    <a:pt x="446403" y="526996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980517" y="3061527"/>
              <a:ext cx="341579" cy="420075"/>
            </a:xfrm>
            <a:custGeom>
              <a:rect b="b" l="l" r="r" t="t"/>
              <a:pathLst>
                <a:path extrusionOk="0" h="420075" w="341579">
                  <a:moveTo>
                    <a:pt x="26848" y="0"/>
                  </a:moveTo>
                  <a:cubicBezTo>
                    <a:pt x="18170" y="6301"/>
                    <a:pt x="9430" y="12103"/>
                    <a:pt x="614" y="17398"/>
                  </a:cubicBezTo>
                  <a:cubicBezTo>
                    <a:pt x="-5002" y="131783"/>
                    <a:pt x="22670" y="353020"/>
                    <a:pt x="305346" y="420076"/>
                  </a:cubicBezTo>
                  <a:cubicBezTo>
                    <a:pt x="319593" y="383294"/>
                    <a:pt x="331579" y="346719"/>
                    <a:pt x="341579" y="310485"/>
                  </a:cubicBezTo>
                  <a:cubicBezTo>
                    <a:pt x="258016" y="305280"/>
                    <a:pt x="119795" y="254114"/>
                    <a:pt x="26848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2085517" y="2976457"/>
              <a:ext cx="278498" cy="208133"/>
            </a:xfrm>
            <a:custGeom>
              <a:rect b="b" l="l" r="r" t="t"/>
              <a:pathLst>
                <a:path extrusionOk="0" h="208133" w="278498">
                  <a:moveTo>
                    <a:pt x="9521" y="0"/>
                  </a:moveTo>
                  <a:cubicBezTo>
                    <a:pt x="6370" y="4041"/>
                    <a:pt x="3219" y="7877"/>
                    <a:pt x="0" y="11713"/>
                  </a:cubicBezTo>
                  <a:cubicBezTo>
                    <a:pt x="34795" y="89522"/>
                    <a:pt x="117468" y="221785"/>
                    <a:pt x="272744" y="206990"/>
                  </a:cubicBezTo>
                  <a:cubicBezTo>
                    <a:pt x="275416" y="182812"/>
                    <a:pt x="277334" y="159044"/>
                    <a:pt x="278498" y="136441"/>
                  </a:cubicBezTo>
                  <a:cubicBezTo>
                    <a:pt x="201168" y="146578"/>
                    <a:pt x="103906" y="122947"/>
                    <a:pt x="9521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1623727" y="2881337"/>
              <a:ext cx="606150" cy="548531"/>
            </a:xfrm>
            <a:custGeom>
              <a:rect b="b" l="l" r="r" t="t"/>
              <a:pathLst>
                <a:path extrusionOk="0" h="548531" w="606150">
                  <a:moveTo>
                    <a:pt x="43768" y="373549"/>
                  </a:moveTo>
                  <a:cubicBezTo>
                    <a:pt x="21822" y="429769"/>
                    <a:pt x="7110" y="488551"/>
                    <a:pt x="0" y="548483"/>
                  </a:cubicBezTo>
                  <a:cubicBezTo>
                    <a:pt x="270142" y="552525"/>
                    <a:pt x="564668" y="299095"/>
                    <a:pt x="602340" y="72447"/>
                  </a:cubicBezTo>
                  <a:cubicBezTo>
                    <a:pt x="620217" y="-35089"/>
                    <a:pt x="570627" y="-3855"/>
                    <a:pt x="548161" y="44433"/>
                  </a:cubicBezTo>
                  <a:cubicBezTo>
                    <a:pt x="413980" y="333343"/>
                    <a:pt x="151099" y="356905"/>
                    <a:pt x="43768" y="373549"/>
                  </a:cubicBezTo>
                  <a:close/>
                </a:path>
              </a:pathLst>
            </a:custGeom>
            <a:solidFill>
              <a:srgbClr val="FFFFFF">
                <a:alpha val="54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3"/>
          <p:cNvGrpSpPr/>
          <p:nvPr/>
        </p:nvGrpSpPr>
        <p:grpSpPr>
          <a:xfrm>
            <a:off x="2381589" y="69256"/>
            <a:ext cx="453093" cy="714197"/>
            <a:chOff x="188982" y="2740711"/>
            <a:chExt cx="745218" cy="1174666"/>
          </a:xfrm>
        </p:grpSpPr>
        <p:sp>
          <p:nvSpPr>
            <p:cNvPr id="119" name="Google Shape;119;p13"/>
            <p:cNvSpPr/>
            <p:nvPr/>
          </p:nvSpPr>
          <p:spPr>
            <a:xfrm>
              <a:off x="188982" y="2740711"/>
              <a:ext cx="745218" cy="1174666"/>
            </a:xfrm>
            <a:custGeom>
              <a:rect b="b" l="l" r="r" t="t"/>
              <a:pathLst>
                <a:path extrusionOk="0" h="1174666" w="745218">
                  <a:moveTo>
                    <a:pt x="639800" y="385886"/>
                  </a:moveTo>
                  <a:cubicBezTo>
                    <a:pt x="639800" y="385886"/>
                    <a:pt x="355617" y="456640"/>
                    <a:pt x="197806" y="114511"/>
                  </a:cubicBezTo>
                  <a:cubicBezTo>
                    <a:pt x="120133" y="-53848"/>
                    <a:pt x="66844" y="-1313"/>
                    <a:pt x="40268" y="51359"/>
                  </a:cubicBezTo>
                  <a:cubicBezTo>
                    <a:pt x="-18637" y="169032"/>
                    <a:pt x="-80487" y="770550"/>
                    <a:pt x="384864" y="1174667"/>
                  </a:cubicBezTo>
                  <a:cubicBezTo>
                    <a:pt x="384864" y="1174598"/>
                    <a:pt x="980970" y="1027952"/>
                    <a:pt x="639800" y="385886"/>
                  </a:cubicBezTo>
                  <a:close/>
                </a:path>
              </a:pathLst>
            </a:custGeom>
            <a:solidFill>
              <a:srgbClr val="F8F1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344800" y="3112760"/>
              <a:ext cx="446368" cy="667683"/>
            </a:xfrm>
            <a:custGeom>
              <a:rect b="b" l="l" r="r" t="t"/>
              <a:pathLst>
                <a:path extrusionOk="0" h="667683" w="446368">
                  <a:moveTo>
                    <a:pt x="0" y="526996"/>
                  </a:moveTo>
                  <a:cubicBezTo>
                    <a:pt x="167948" y="500214"/>
                    <a:pt x="398021" y="393843"/>
                    <a:pt x="301375" y="0"/>
                  </a:cubicBezTo>
                  <a:cubicBezTo>
                    <a:pt x="331033" y="10110"/>
                    <a:pt x="361849" y="16439"/>
                    <a:pt x="393089" y="18836"/>
                  </a:cubicBezTo>
                  <a:cubicBezTo>
                    <a:pt x="460488" y="183222"/>
                    <a:pt x="541791" y="533023"/>
                    <a:pt x="97947" y="667683"/>
                  </a:cubicBezTo>
                  <a:cubicBezTo>
                    <a:pt x="61639" y="623443"/>
                    <a:pt x="28888" y="576401"/>
                    <a:pt x="0" y="526996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32538" y="3061527"/>
              <a:ext cx="341567" cy="420075"/>
            </a:xfrm>
            <a:custGeom>
              <a:rect b="b" l="l" r="r" t="t"/>
              <a:pathLst>
                <a:path extrusionOk="0" h="420075" w="341567">
                  <a:moveTo>
                    <a:pt x="314663" y="0"/>
                  </a:moveTo>
                  <a:cubicBezTo>
                    <a:pt x="323430" y="6301"/>
                    <a:pt x="332198" y="12103"/>
                    <a:pt x="340965" y="17398"/>
                  </a:cubicBezTo>
                  <a:cubicBezTo>
                    <a:pt x="346513" y="131783"/>
                    <a:pt x="318910" y="353020"/>
                    <a:pt x="36234" y="420076"/>
                  </a:cubicBezTo>
                  <a:cubicBezTo>
                    <a:pt x="21987" y="383294"/>
                    <a:pt x="10000" y="346719"/>
                    <a:pt x="0" y="310485"/>
                  </a:cubicBezTo>
                  <a:cubicBezTo>
                    <a:pt x="83495" y="305280"/>
                    <a:pt x="221785" y="254114"/>
                    <a:pt x="314663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190551" y="2976457"/>
              <a:ext cx="278498" cy="208133"/>
            </a:xfrm>
            <a:custGeom>
              <a:rect b="b" l="l" r="r" t="t"/>
              <a:pathLst>
                <a:path extrusionOk="0" h="208133" w="278498">
                  <a:moveTo>
                    <a:pt x="268977" y="0"/>
                  </a:moveTo>
                  <a:cubicBezTo>
                    <a:pt x="272128" y="4041"/>
                    <a:pt x="275347" y="7877"/>
                    <a:pt x="278498" y="11713"/>
                  </a:cubicBezTo>
                  <a:cubicBezTo>
                    <a:pt x="243703" y="89522"/>
                    <a:pt x="161099" y="221785"/>
                    <a:pt x="5754" y="206990"/>
                  </a:cubicBezTo>
                  <a:cubicBezTo>
                    <a:pt x="3082" y="182812"/>
                    <a:pt x="1233" y="159044"/>
                    <a:pt x="0" y="136441"/>
                  </a:cubicBezTo>
                  <a:cubicBezTo>
                    <a:pt x="77399" y="146578"/>
                    <a:pt x="174661" y="122947"/>
                    <a:pt x="268977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24756" y="2881337"/>
              <a:ext cx="606150" cy="548531"/>
            </a:xfrm>
            <a:custGeom>
              <a:rect b="b" l="l" r="r" t="t"/>
              <a:pathLst>
                <a:path extrusionOk="0" h="548531" w="606150">
                  <a:moveTo>
                    <a:pt x="562383" y="373549"/>
                  </a:moveTo>
                  <a:cubicBezTo>
                    <a:pt x="584328" y="429769"/>
                    <a:pt x="599041" y="488551"/>
                    <a:pt x="606151" y="548483"/>
                  </a:cubicBezTo>
                  <a:cubicBezTo>
                    <a:pt x="336009" y="552525"/>
                    <a:pt x="41483" y="299095"/>
                    <a:pt x="3811" y="72447"/>
                  </a:cubicBezTo>
                  <a:cubicBezTo>
                    <a:pt x="-14066" y="-35089"/>
                    <a:pt x="35524" y="-3855"/>
                    <a:pt x="57921" y="44433"/>
                  </a:cubicBezTo>
                  <a:cubicBezTo>
                    <a:pt x="192170" y="333343"/>
                    <a:pt x="455052" y="356905"/>
                    <a:pt x="562383" y="373549"/>
                  </a:cubicBezTo>
                  <a:close/>
                </a:path>
              </a:pathLst>
            </a:custGeom>
            <a:solidFill>
              <a:srgbClr val="FFFFFF">
                <a:alpha val="54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3"/>
          <p:cNvSpPr/>
          <p:nvPr/>
        </p:nvSpPr>
        <p:spPr>
          <a:xfrm>
            <a:off x="4772337" y="298574"/>
            <a:ext cx="690376" cy="255563"/>
          </a:xfrm>
          <a:custGeom>
            <a:rect b="b" l="l" r="r" t="t"/>
            <a:pathLst>
              <a:path extrusionOk="0" h="851877" w="2301252">
                <a:moveTo>
                  <a:pt x="9833" y="801529"/>
                </a:moveTo>
                <a:cubicBezTo>
                  <a:pt x="9833" y="801529"/>
                  <a:pt x="156479" y="507003"/>
                  <a:pt x="492924" y="317205"/>
                </a:cubicBezTo>
                <a:cubicBezTo>
                  <a:pt x="1075126" y="-11568"/>
                  <a:pt x="1738768" y="-119035"/>
                  <a:pt x="1353487" y="159668"/>
                </a:cubicBezTo>
                <a:cubicBezTo>
                  <a:pt x="1353487" y="159668"/>
                  <a:pt x="2116241" y="8981"/>
                  <a:pt x="2136789" y="255560"/>
                </a:cubicBezTo>
                <a:cubicBezTo>
                  <a:pt x="2147200" y="380083"/>
                  <a:pt x="1774591" y="392549"/>
                  <a:pt x="1774591" y="392549"/>
                </a:cubicBezTo>
                <a:cubicBezTo>
                  <a:pt x="1774591" y="392549"/>
                  <a:pt x="2292066" y="471044"/>
                  <a:pt x="2301176" y="735021"/>
                </a:cubicBezTo>
                <a:cubicBezTo>
                  <a:pt x="2308025" y="933655"/>
                  <a:pt x="1855962" y="515839"/>
                  <a:pt x="890191" y="673376"/>
                </a:cubicBezTo>
                <a:cubicBezTo>
                  <a:pt x="495184" y="737829"/>
                  <a:pt x="285180" y="778036"/>
                  <a:pt x="41957" y="848174"/>
                </a:cubicBezTo>
                <a:cubicBezTo>
                  <a:pt x="-27017" y="868037"/>
                  <a:pt x="9833" y="801529"/>
                  <a:pt x="9833" y="80152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FF4D8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 flipH="1">
            <a:off x="3378487" y="298574"/>
            <a:ext cx="690376" cy="255563"/>
          </a:xfrm>
          <a:custGeom>
            <a:rect b="b" l="l" r="r" t="t"/>
            <a:pathLst>
              <a:path extrusionOk="0" h="851877" w="2301252">
                <a:moveTo>
                  <a:pt x="9833" y="801529"/>
                </a:moveTo>
                <a:cubicBezTo>
                  <a:pt x="9833" y="801529"/>
                  <a:pt x="156479" y="507003"/>
                  <a:pt x="492924" y="317205"/>
                </a:cubicBezTo>
                <a:cubicBezTo>
                  <a:pt x="1075126" y="-11568"/>
                  <a:pt x="1738768" y="-119035"/>
                  <a:pt x="1353487" y="159668"/>
                </a:cubicBezTo>
                <a:cubicBezTo>
                  <a:pt x="1353487" y="159668"/>
                  <a:pt x="2116241" y="8981"/>
                  <a:pt x="2136789" y="255560"/>
                </a:cubicBezTo>
                <a:cubicBezTo>
                  <a:pt x="2147200" y="380083"/>
                  <a:pt x="1774591" y="392549"/>
                  <a:pt x="1774591" y="392549"/>
                </a:cubicBezTo>
                <a:cubicBezTo>
                  <a:pt x="1774591" y="392549"/>
                  <a:pt x="2292066" y="471044"/>
                  <a:pt x="2301176" y="735021"/>
                </a:cubicBezTo>
                <a:cubicBezTo>
                  <a:pt x="2308025" y="933655"/>
                  <a:pt x="1855962" y="515839"/>
                  <a:pt x="890191" y="673376"/>
                </a:cubicBezTo>
                <a:cubicBezTo>
                  <a:pt x="495184" y="737829"/>
                  <a:pt x="285180" y="778036"/>
                  <a:pt x="41957" y="848174"/>
                </a:cubicBezTo>
                <a:cubicBezTo>
                  <a:pt x="-27017" y="868037"/>
                  <a:pt x="9833" y="801529"/>
                  <a:pt x="9833" y="80152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FF4D8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3"/>
          <p:cNvPicPr preferRelativeResize="0"/>
          <p:nvPr/>
        </p:nvPicPr>
        <p:blipFill rotWithShape="1">
          <a:blip r:embed="rId4">
            <a:alphaModFix/>
          </a:blip>
          <a:srcRect b="19543" l="0" r="0" t="0"/>
          <a:stretch/>
        </p:blipFill>
        <p:spPr>
          <a:xfrm>
            <a:off x="855300" y="2497451"/>
            <a:ext cx="7435074" cy="174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ctrTitle"/>
          </p:nvPr>
        </p:nvSpPr>
        <p:spPr>
          <a:xfrm>
            <a:off x="363375" y="405125"/>
            <a:ext cx="4548900" cy="115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Now print out what the player chose:</a:t>
            </a:r>
            <a:endParaRPr/>
          </a:p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1144675" y="3482702"/>
            <a:ext cx="45489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your code by clicking </a:t>
            </a:r>
            <a:r>
              <a:rPr lang="en">
                <a:solidFill>
                  <a:srgbClr val="FFFFFF"/>
                </a:solidFill>
                <a:highlight>
                  <a:srgbClr val="000000"/>
                </a:highlight>
              </a:rPr>
              <a:t>Run</a:t>
            </a:r>
            <a:r>
              <a:rPr lang="en"/>
              <a:t>. Click in the trinket output window to enter your choice.</a:t>
            </a:r>
            <a:endParaRPr/>
          </a:p>
        </p:txBody>
      </p:sp>
      <p:grpSp>
        <p:nvGrpSpPr>
          <p:cNvPr id="133" name="Google Shape;133;p14"/>
          <p:cNvGrpSpPr/>
          <p:nvPr/>
        </p:nvGrpSpPr>
        <p:grpSpPr>
          <a:xfrm>
            <a:off x="7150406" y="4267501"/>
            <a:ext cx="833985" cy="607039"/>
            <a:chOff x="6080071" y="2960311"/>
            <a:chExt cx="1302084" cy="858127"/>
          </a:xfrm>
        </p:grpSpPr>
        <p:sp>
          <p:nvSpPr>
            <p:cNvPr id="134" name="Google Shape;134;p14"/>
            <p:cNvSpPr/>
            <p:nvPr/>
          </p:nvSpPr>
          <p:spPr>
            <a:xfrm>
              <a:off x="6080071" y="2960311"/>
              <a:ext cx="1302084" cy="858127"/>
            </a:xfrm>
            <a:custGeom>
              <a:rect b="b" l="l" r="r" t="t"/>
              <a:pathLst>
                <a:path extrusionOk="0" h="1411393" w="2141585">
                  <a:moveTo>
                    <a:pt x="0" y="419802"/>
                  </a:moveTo>
                  <a:lnTo>
                    <a:pt x="2132709" y="0"/>
                  </a:lnTo>
                  <a:cubicBezTo>
                    <a:pt x="2132709" y="0"/>
                    <a:pt x="2300658" y="1376737"/>
                    <a:pt x="1175500" y="1410574"/>
                  </a:cubicBezTo>
                  <a:cubicBezTo>
                    <a:pt x="50343" y="1444410"/>
                    <a:pt x="0" y="419802"/>
                    <a:pt x="0" y="419802"/>
                  </a:cubicBezTo>
                  <a:close/>
                </a:path>
              </a:pathLst>
            </a:custGeom>
            <a:solidFill>
              <a:srgbClr val="4C11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6327898" y="3465710"/>
              <a:ext cx="879991" cy="352655"/>
            </a:xfrm>
            <a:custGeom>
              <a:rect b="b" l="l" r="r" t="t"/>
              <a:pathLst>
                <a:path extrusionOk="0" h="580024" w="1447354">
                  <a:moveTo>
                    <a:pt x="1447355" y="287676"/>
                  </a:moveTo>
                  <a:cubicBezTo>
                    <a:pt x="1320914" y="12671"/>
                    <a:pt x="873783" y="0"/>
                    <a:pt x="658779" y="0"/>
                  </a:cubicBezTo>
                  <a:cubicBezTo>
                    <a:pt x="406856" y="0"/>
                    <a:pt x="54179" y="83974"/>
                    <a:pt x="0" y="366856"/>
                  </a:cubicBezTo>
                  <a:cubicBezTo>
                    <a:pt x="172743" y="498159"/>
                    <a:pt x="418500" y="589805"/>
                    <a:pt x="767890" y="579188"/>
                  </a:cubicBezTo>
                  <a:cubicBezTo>
                    <a:pt x="1087759" y="570010"/>
                    <a:pt x="1302968" y="451583"/>
                    <a:pt x="1447355" y="287676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rgbClr val="FF6B4B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6487354" y="3095947"/>
              <a:ext cx="200893" cy="194088"/>
            </a:xfrm>
            <a:custGeom>
              <a:rect b="b" l="l" r="r" t="t"/>
              <a:pathLst>
                <a:path extrusionOk="0" h="319224" w="330416">
                  <a:moveTo>
                    <a:pt x="0" y="65070"/>
                  </a:moveTo>
                  <a:cubicBezTo>
                    <a:pt x="36850" y="195209"/>
                    <a:pt x="93564" y="314869"/>
                    <a:pt x="178085" y="319115"/>
                  </a:cubicBezTo>
                  <a:cubicBezTo>
                    <a:pt x="275074" y="324047"/>
                    <a:pt x="314731" y="160345"/>
                    <a:pt x="330417" y="0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28575" rotWithShape="0" algn="bl" dir="5400000" dist="19050">
                <a:schemeClr val="dk1">
                  <a:alpha val="64999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6233989" y="3151418"/>
              <a:ext cx="172575" cy="159889"/>
            </a:xfrm>
            <a:custGeom>
              <a:rect b="b" l="l" r="r" t="t"/>
              <a:pathLst>
                <a:path extrusionOk="0" h="262975" w="283840">
                  <a:moveTo>
                    <a:pt x="283841" y="0"/>
                  </a:moveTo>
                  <a:lnTo>
                    <a:pt x="0" y="55892"/>
                  </a:lnTo>
                  <a:cubicBezTo>
                    <a:pt x="32398" y="163907"/>
                    <a:pt x="80960" y="259320"/>
                    <a:pt x="151852" y="262881"/>
                  </a:cubicBezTo>
                  <a:cubicBezTo>
                    <a:pt x="233498" y="266991"/>
                    <a:pt x="268909" y="135003"/>
                    <a:pt x="283841" y="0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28575" rotWithShape="0" algn="bl" dir="5400000" dist="19050">
                <a:schemeClr val="dk1">
                  <a:alpha val="64999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7030567" y="2990920"/>
              <a:ext cx="191315" cy="259998"/>
            </a:xfrm>
            <a:custGeom>
              <a:rect b="b" l="l" r="r" t="t"/>
              <a:pathLst>
                <a:path extrusionOk="0" h="427629" w="314663">
                  <a:moveTo>
                    <a:pt x="0" y="61919"/>
                  </a:moveTo>
                  <a:cubicBezTo>
                    <a:pt x="23494" y="204593"/>
                    <a:pt x="76440" y="422268"/>
                    <a:pt x="181031" y="427542"/>
                  </a:cubicBezTo>
                  <a:cubicBezTo>
                    <a:pt x="297060" y="433364"/>
                    <a:pt x="313705" y="146715"/>
                    <a:pt x="314664" y="0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28575" rotWithShape="0" algn="bl" dir="5400000" dist="19050">
                <a:schemeClr val="dk1">
                  <a:alpha val="64999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6771121" y="3039228"/>
              <a:ext cx="205307" cy="231196"/>
            </a:xfrm>
            <a:custGeom>
              <a:rect b="b" l="l" r="r" t="t"/>
              <a:pathLst>
                <a:path extrusionOk="0" h="380256" w="337676">
                  <a:moveTo>
                    <a:pt x="337677" y="0"/>
                  </a:moveTo>
                  <a:lnTo>
                    <a:pt x="0" y="66439"/>
                  </a:lnTo>
                  <a:cubicBezTo>
                    <a:pt x="33288" y="214524"/>
                    <a:pt x="91371" y="375281"/>
                    <a:pt x="187469" y="380144"/>
                  </a:cubicBezTo>
                  <a:cubicBezTo>
                    <a:pt x="295279" y="385897"/>
                    <a:pt x="328362" y="171304"/>
                    <a:pt x="337677" y="0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28575" rotWithShape="0" algn="bl" dir="5400000" dist="19050">
                <a:schemeClr val="dk1">
                  <a:alpha val="64999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4"/>
          <p:cNvGrpSpPr/>
          <p:nvPr/>
        </p:nvGrpSpPr>
        <p:grpSpPr>
          <a:xfrm>
            <a:off x="6581778" y="3110726"/>
            <a:ext cx="1971242" cy="1156767"/>
            <a:chOff x="5181459" y="1300137"/>
            <a:chExt cx="3077662" cy="1635238"/>
          </a:xfrm>
        </p:grpSpPr>
        <p:grpSp>
          <p:nvGrpSpPr>
            <p:cNvPr id="141" name="Google Shape;141;p14"/>
            <p:cNvGrpSpPr/>
            <p:nvPr/>
          </p:nvGrpSpPr>
          <p:grpSpPr>
            <a:xfrm>
              <a:off x="7173384" y="1918087"/>
              <a:ext cx="1085737" cy="1017288"/>
              <a:chOff x="175906" y="401530"/>
              <a:chExt cx="2115209" cy="1982245"/>
            </a:xfrm>
          </p:grpSpPr>
          <p:sp>
            <p:nvSpPr>
              <p:cNvPr id="142" name="Google Shape;142;p14"/>
              <p:cNvSpPr/>
              <p:nvPr/>
            </p:nvSpPr>
            <p:spPr>
              <a:xfrm>
                <a:off x="175906" y="401530"/>
                <a:ext cx="2115209" cy="1982245"/>
              </a:xfrm>
              <a:custGeom>
                <a:rect b="b" l="l" r="r" t="t"/>
                <a:pathLst>
                  <a:path extrusionOk="0" h="1982245" w="2115209">
                    <a:moveTo>
                      <a:pt x="1084390" y="1982245"/>
                    </a:moveTo>
                    <a:cubicBezTo>
                      <a:pt x="797399" y="1982245"/>
                      <a:pt x="529106" y="1889709"/>
                      <a:pt x="328897" y="1721967"/>
                    </a:cubicBezTo>
                    <a:cubicBezTo>
                      <a:pt x="126839" y="1552306"/>
                      <a:pt x="10261" y="1321480"/>
                      <a:pt x="672" y="1072023"/>
                    </a:cubicBezTo>
                    <a:cubicBezTo>
                      <a:pt x="-9739" y="802772"/>
                      <a:pt x="101359" y="520575"/>
                      <a:pt x="297801" y="316119"/>
                    </a:cubicBezTo>
                    <a:cubicBezTo>
                      <a:pt x="390549" y="219263"/>
                      <a:pt x="501447" y="141599"/>
                      <a:pt x="624176" y="87554"/>
                    </a:cubicBezTo>
                    <a:cubicBezTo>
                      <a:pt x="758672" y="28980"/>
                      <a:pt x="903928" y="-836"/>
                      <a:pt x="1050622" y="18"/>
                    </a:cubicBezTo>
                    <a:cubicBezTo>
                      <a:pt x="1339737" y="18"/>
                      <a:pt x="1578920" y="75910"/>
                      <a:pt x="1761389" y="225501"/>
                    </a:cubicBezTo>
                    <a:cubicBezTo>
                      <a:pt x="1935570" y="368312"/>
                      <a:pt x="2049065" y="569754"/>
                      <a:pt x="2098449" y="824416"/>
                    </a:cubicBezTo>
                    <a:cubicBezTo>
                      <a:pt x="2125608" y="962926"/>
                      <a:pt x="2119696" y="1105894"/>
                      <a:pt x="2081189" y="1241684"/>
                    </a:cubicBezTo>
                    <a:cubicBezTo>
                      <a:pt x="2044085" y="1372426"/>
                      <a:pt x="1979968" y="1493928"/>
                      <a:pt x="1892966" y="1598334"/>
                    </a:cubicBezTo>
                    <a:cubicBezTo>
                      <a:pt x="1795930" y="1715323"/>
                      <a:pt x="1675038" y="1810249"/>
                      <a:pt x="1538371" y="1876764"/>
                    </a:cubicBezTo>
                    <a:cubicBezTo>
                      <a:pt x="1396903" y="1945628"/>
                      <a:pt x="1241722" y="1981683"/>
                      <a:pt x="1084390" y="1982245"/>
                    </a:cubicBezTo>
                    <a:close/>
                  </a:path>
                </a:pathLst>
              </a:custGeom>
              <a:solidFill>
                <a:srgbClr val="09052E">
                  <a:alpha val="1173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4"/>
              <p:cNvSpPr/>
              <p:nvPr/>
            </p:nvSpPr>
            <p:spPr>
              <a:xfrm>
                <a:off x="298813" y="475316"/>
                <a:ext cx="1869339" cy="1736332"/>
              </a:xfrm>
              <a:custGeom>
                <a:rect b="b" l="l" r="r" t="t"/>
                <a:pathLst>
                  <a:path extrusionOk="0" h="1736332" w="1869339">
                    <a:moveTo>
                      <a:pt x="927716" y="0"/>
                    </a:moveTo>
                    <a:cubicBezTo>
                      <a:pt x="337774" y="0"/>
                      <a:pt x="-16274" y="505694"/>
                      <a:pt x="576" y="943990"/>
                    </a:cubicBezTo>
                    <a:cubicBezTo>
                      <a:pt x="17425" y="1382285"/>
                      <a:pt x="422022" y="1736332"/>
                      <a:pt x="961483" y="1736332"/>
                    </a:cubicBezTo>
                    <a:cubicBezTo>
                      <a:pt x="1500945" y="1736332"/>
                      <a:pt x="1957118" y="1250776"/>
                      <a:pt x="1854924" y="724876"/>
                    </a:cubicBezTo>
                    <a:cubicBezTo>
                      <a:pt x="1769717" y="285279"/>
                      <a:pt x="1464506" y="0"/>
                      <a:pt x="9277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14"/>
              <p:cNvSpPr/>
              <p:nvPr/>
            </p:nvSpPr>
            <p:spPr>
              <a:xfrm>
                <a:off x="298819" y="1299235"/>
                <a:ext cx="1869272" cy="912413"/>
              </a:xfrm>
              <a:custGeom>
                <a:rect b="b" l="l" r="r" t="t"/>
                <a:pathLst>
                  <a:path extrusionOk="0" h="912413" w="1869272">
                    <a:moveTo>
                      <a:pt x="963190" y="603915"/>
                    </a:moveTo>
                    <a:cubicBezTo>
                      <a:pt x="507291" y="603915"/>
                      <a:pt x="141942" y="366308"/>
                      <a:pt x="1940" y="34795"/>
                    </a:cubicBezTo>
                    <a:cubicBezTo>
                      <a:pt x="-54" y="63172"/>
                      <a:pt x="-511" y="91639"/>
                      <a:pt x="570" y="120071"/>
                    </a:cubicBezTo>
                    <a:cubicBezTo>
                      <a:pt x="17419" y="558435"/>
                      <a:pt x="422016" y="912414"/>
                      <a:pt x="961477" y="912414"/>
                    </a:cubicBezTo>
                    <a:cubicBezTo>
                      <a:pt x="1466829" y="912414"/>
                      <a:pt x="1899097" y="486242"/>
                      <a:pt x="1867658" y="0"/>
                    </a:cubicBezTo>
                    <a:cubicBezTo>
                      <a:pt x="1728135" y="347404"/>
                      <a:pt x="1367649" y="603915"/>
                      <a:pt x="963190" y="6039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14"/>
              <p:cNvSpPr/>
              <p:nvPr/>
            </p:nvSpPr>
            <p:spPr>
              <a:xfrm>
                <a:off x="557192" y="816095"/>
                <a:ext cx="758060" cy="758156"/>
              </a:xfrm>
              <a:custGeom>
                <a:rect b="b" l="l" r="r" t="t"/>
                <a:pathLst>
                  <a:path extrusionOk="0" h="758156" w="758060">
                    <a:moveTo>
                      <a:pt x="724496" y="223151"/>
                    </a:moveTo>
                    <a:cubicBezTo>
                      <a:pt x="687310" y="294289"/>
                      <a:pt x="599494" y="321817"/>
                      <a:pt x="528355" y="284631"/>
                    </a:cubicBezTo>
                    <a:cubicBezTo>
                      <a:pt x="457217" y="247446"/>
                      <a:pt x="429689" y="159629"/>
                      <a:pt x="466875" y="88491"/>
                    </a:cubicBezTo>
                    <a:cubicBezTo>
                      <a:pt x="479923" y="63532"/>
                      <a:pt x="499937" y="42901"/>
                      <a:pt x="524492" y="29106"/>
                    </a:cubicBezTo>
                    <a:cubicBezTo>
                      <a:pt x="331208" y="-51203"/>
                      <a:pt x="109416" y="40382"/>
                      <a:pt x="29107" y="233665"/>
                    </a:cubicBezTo>
                    <a:cubicBezTo>
                      <a:pt x="-51203" y="426949"/>
                      <a:pt x="40381" y="648740"/>
                      <a:pt x="233665" y="729050"/>
                    </a:cubicBezTo>
                    <a:cubicBezTo>
                      <a:pt x="426956" y="809360"/>
                      <a:pt x="648741" y="717776"/>
                      <a:pt x="729051" y="524492"/>
                    </a:cubicBezTo>
                    <a:cubicBezTo>
                      <a:pt x="769257" y="427730"/>
                      <a:pt x="767606" y="318645"/>
                      <a:pt x="724496" y="2231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14"/>
              <p:cNvSpPr/>
              <p:nvPr/>
            </p:nvSpPr>
            <p:spPr>
              <a:xfrm>
                <a:off x="731068" y="988792"/>
                <a:ext cx="411706" cy="411763"/>
              </a:xfrm>
              <a:custGeom>
                <a:rect b="b" l="l" r="r" t="t"/>
                <a:pathLst>
                  <a:path extrusionOk="0" h="411763" w="411706">
                    <a:moveTo>
                      <a:pt x="279862" y="13810"/>
                    </a:moveTo>
                    <a:cubicBezTo>
                      <a:pt x="173784" y="-27047"/>
                      <a:pt x="54666" y="25824"/>
                      <a:pt x="13809" y="131901"/>
                    </a:cubicBezTo>
                    <a:cubicBezTo>
                      <a:pt x="-27048" y="237978"/>
                      <a:pt x="25830" y="357097"/>
                      <a:pt x="131907" y="397954"/>
                    </a:cubicBezTo>
                    <a:cubicBezTo>
                      <a:pt x="237984" y="438811"/>
                      <a:pt x="357096" y="385940"/>
                      <a:pt x="397953" y="279863"/>
                    </a:cubicBezTo>
                    <a:cubicBezTo>
                      <a:pt x="417090" y="230170"/>
                      <a:pt x="416227" y="174998"/>
                      <a:pt x="395549" y="125935"/>
                    </a:cubicBezTo>
                    <a:cubicBezTo>
                      <a:pt x="337897" y="115325"/>
                      <a:pt x="292273" y="71105"/>
                      <a:pt x="279862" y="138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14"/>
            <p:cNvGrpSpPr/>
            <p:nvPr/>
          </p:nvGrpSpPr>
          <p:grpSpPr>
            <a:xfrm>
              <a:off x="5181459" y="1918087"/>
              <a:ext cx="1085737" cy="1017288"/>
              <a:chOff x="175906" y="401530"/>
              <a:chExt cx="2115209" cy="1982245"/>
            </a:xfrm>
          </p:grpSpPr>
          <p:sp>
            <p:nvSpPr>
              <p:cNvPr id="148" name="Google Shape;148;p14"/>
              <p:cNvSpPr/>
              <p:nvPr/>
            </p:nvSpPr>
            <p:spPr>
              <a:xfrm>
                <a:off x="175906" y="401530"/>
                <a:ext cx="2115209" cy="1982245"/>
              </a:xfrm>
              <a:custGeom>
                <a:rect b="b" l="l" r="r" t="t"/>
                <a:pathLst>
                  <a:path extrusionOk="0" h="1982245" w="2115209">
                    <a:moveTo>
                      <a:pt x="1084390" y="1982245"/>
                    </a:moveTo>
                    <a:cubicBezTo>
                      <a:pt x="797399" y="1982245"/>
                      <a:pt x="529106" y="1889709"/>
                      <a:pt x="328897" y="1721967"/>
                    </a:cubicBezTo>
                    <a:cubicBezTo>
                      <a:pt x="126839" y="1552306"/>
                      <a:pt x="10261" y="1321480"/>
                      <a:pt x="672" y="1072023"/>
                    </a:cubicBezTo>
                    <a:cubicBezTo>
                      <a:pt x="-9739" y="802772"/>
                      <a:pt x="101359" y="520575"/>
                      <a:pt x="297801" y="316119"/>
                    </a:cubicBezTo>
                    <a:cubicBezTo>
                      <a:pt x="390549" y="219263"/>
                      <a:pt x="501447" y="141599"/>
                      <a:pt x="624176" y="87554"/>
                    </a:cubicBezTo>
                    <a:cubicBezTo>
                      <a:pt x="758672" y="28980"/>
                      <a:pt x="903928" y="-836"/>
                      <a:pt x="1050622" y="18"/>
                    </a:cubicBezTo>
                    <a:cubicBezTo>
                      <a:pt x="1339737" y="18"/>
                      <a:pt x="1578920" y="75910"/>
                      <a:pt x="1761389" y="225501"/>
                    </a:cubicBezTo>
                    <a:cubicBezTo>
                      <a:pt x="1935570" y="368312"/>
                      <a:pt x="2049065" y="569754"/>
                      <a:pt x="2098449" y="824416"/>
                    </a:cubicBezTo>
                    <a:cubicBezTo>
                      <a:pt x="2125608" y="962926"/>
                      <a:pt x="2119696" y="1105894"/>
                      <a:pt x="2081189" y="1241684"/>
                    </a:cubicBezTo>
                    <a:cubicBezTo>
                      <a:pt x="2044085" y="1372426"/>
                      <a:pt x="1979968" y="1493928"/>
                      <a:pt x="1892966" y="1598334"/>
                    </a:cubicBezTo>
                    <a:cubicBezTo>
                      <a:pt x="1795930" y="1715323"/>
                      <a:pt x="1675038" y="1810249"/>
                      <a:pt x="1538371" y="1876764"/>
                    </a:cubicBezTo>
                    <a:cubicBezTo>
                      <a:pt x="1396903" y="1945628"/>
                      <a:pt x="1241722" y="1981683"/>
                      <a:pt x="1084390" y="1982245"/>
                    </a:cubicBezTo>
                    <a:close/>
                  </a:path>
                </a:pathLst>
              </a:custGeom>
              <a:solidFill>
                <a:srgbClr val="09052E">
                  <a:alpha val="1173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14"/>
              <p:cNvSpPr/>
              <p:nvPr/>
            </p:nvSpPr>
            <p:spPr>
              <a:xfrm>
                <a:off x="298813" y="475316"/>
                <a:ext cx="1869339" cy="1736332"/>
              </a:xfrm>
              <a:custGeom>
                <a:rect b="b" l="l" r="r" t="t"/>
                <a:pathLst>
                  <a:path extrusionOk="0" h="1736332" w="1869339">
                    <a:moveTo>
                      <a:pt x="927716" y="0"/>
                    </a:moveTo>
                    <a:cubicBezTo>
                      <a:pt x="337774" y="0"/>
                      <a:pt x="-16274" y="505694"/>
                      <a:pt x="576" y="943990"/>
                    </a:cubicBezTo>
                    <a:cubicBezTo>
                      <a:pt x="17425" y="1382285"/>
                      <a:pt x="422022" y="1736332"/>
                      <a:pt x="961483" y="1736332"/>
                    </a:cubicBezTo>
                    <a:cubicBezTo>
                      <a:pt x="1500945" y="1736332"/>
                      <a:pt x="1957118" y="1250776"/>
                      <a:pt x="1854924" y="724876"/>
                    </a:cubicBezTo>
                    <a:cubicBezTo>
                      <a:pt x="1769717" y="285279"/>
                      <a:pt x="1464506" y="0"/>
                      <a:pt x="9277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14"/>
              <p:cNvSpPr/>
              <p:nvPr/>
            </p:nvSpPr>
            <p:spPr>
              <a:xfrm>
                <a:off x="298819" y="1299235"/>
                <a:ext cx="1869272" cy="912413"/>
              </a:xfrm>
              <a:custGeom>
                <a:rect b="b" l="l" r="r" t="t"/>
                <a:pathLst>
                  <a:path extrusionOk="0" h="912413" w="1869272">
                    <a:moveTo>
                      <a:pt x="963190" y="603915"/>
                    </a:moveTo>
                    <a:cubicBezTo>
                      <a:pt x="507291" y="603915"/>
                      <a:pt x="141942" y="366308"/>
                      <a:pt x="1940" y="34795"/>
                    </a:cubicBezTo>
                    <a:cubicBezTo>
                      <a:pt x="-54" y="63172"/>
                      <a:pt x="-511" y="91639"/>
                      <a:pt x="570" y="120071"/>
                    </a:cubicBezTo>
                    <a:cubicBezTo>
                      <a:pt x="17419" y="558435"/>
                      <a:pt x="422016" y="912414"/>
                      <a:pt x="961477" y="912414"/>
                    </a:cubicBezTo>
                    <a:cubicBezTo>
                      <a:pt x="1466829" y="912414"/>
                      <a:pt x="1899097" y="486242"/>
                      <a:pt x="1867658" y="0"/>
                    </a:cubicBezTo>
                    <a:cubicBezTo>
                      <a:pt x="1728135" y="347404"/>
                      <a:pt x="1367649" y="603915"/>
                      <a:pt x="963190" y="6039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14"/>
              <p:cNvSpPr/>
              <p:nvPr/>
            </p:nvSpPr>
            <p:spPr>
              <a:xfrm>
                <a:off x="557192" y="816095"/>
                <a:ext cx="758060" cy="758156"/>
              </a:xfrm>
              <a:custGeom>
                <a:rect b="b" l="l" r="r" t="t"/>
                <a:pathLst>
                  <a:path extrusionOk="0" h="758156" w="758060">
                    <a:moveTo>
                      <a:pt x="724496" y="223151"/>
                    </a:moveTo>
                    <a:cubicBezTo>
                      <a:pt x="687310" y="294289"/>
                      <a:pt x="599494" y="321817"/>
                      <a:pt x="528355" y="284631"/>
                    </a:cubicBezTo>
                    <a:cubicBezTo>
                      <a:pt x="457217" y="247446"/>
                      <a:pt x="429689" y="159629"/>
                      <a:pt x="466875" y="88491"/>
                    </a:cubicBezTo>
                    <a:cubicBezTo>
                      <a:pt x="479923" y="63532"/>
                      <a:pt x="499937" y="42901"/>
                      <a:pt x="524492" y="29106"/>
                    </a:cubicBezTo>
                    <a:cubicBezTo>
                      <a:pt x="331208" y="-51203"/>
                      <a:pt x="109416" y="40382"/>
                      <a:pt x="29107" y="233665"/>
                    </a:cubicBezTo>
                    <a:cubicBezTo>
                      <a:pt x="-51203" y="426949"/>
                      <a:pt x="40381" y="648740"/>
                      <a:pt x="233665" y="729050"/>
                    </a:cubicBezTo>
                    <a:cubicBezTo>
                      <a:pt x="426956" y="809360"/>
                      <a:pt x="648741" y="717776"/>
                      <a:pt x="729051" y="524492"/>
                    </a:cubicBezTo>
                    <a:cubicBezTo>
                      <a:pt x="769257" y="427730"/>
                      <a:pt x="767606" y="318645"/>
                      <a:pt x="724496" y="2231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4"/>
              <p:cNvSpPr/>
              <p:nvPr/>
            </p:nvSpPr>
            <p:spPr>
              <a:xfrm>
                <a:off x="731068" y="988792"/>
                <a:ext cx="411706" cy="411763"/>
              </a:xfrm>
              <a:custGeom>
                <a:rect b="b" l="l" r="r" t="t"/>
                <a:pathLst>
                  <a:path extrusionOk="0" h="411763" w="411706">
                    <a:moveTo>
                      <a:pt x="279862" y="13810"/>
                    </a:moveTo>
                    <a:cubicBezTo>
                      <a:pt x="173784" y="-27047"/>
                      <a:pt x="54666" y="25824"/>
                      <a:pt x="13809" y="131901"/>
                    </a:cubicBezTo>
                    <a:cubicBezTo>
                      <a:pt x="-27048" y="237978"/>
                      <a:pt x="25830" y="357097"/>
                      <a:pt x="131907" y="397954"/>
                    </a:cubicBezTo>
                    <a:cubicBezTo>
                      <a:pt x="237984" y="438811"/>
                      <a:pt x="357096" y="385940"/>
                      <a:pt x="397953" y="279863"/>
                    </a:cubicBezTo>
                    <a:cubicBezTo>
                      <a:pt x="417090" y="230170"/>
                      <a:pt x="416227" y="174998"/>
                      <a:pt x="395549" y="125935"/>
                    </a:cubicBezTo>
                    <a:cubicBezTo>
                      <a:pt x="337897" y="115325"/>
                      <a:pt x="292273" y="71105"/>
                      <a:pt x="279862" y="138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14"/>
            <p:cNvGrpSpPr/>
            <p:nvPr/>
          </p:nvGrpSpPr>
          <p:grpSpPr>
            <a:xfrm>
              <a:off x="6188258" y="1300137"/>
              <a:ext cx="1085737" cy="1017288"/>
              <a:chOff x="175906" y="401530"/>
              <a:chExt cx="2115209" cy="1982245"/>
            </a:xfrm>
          </p:grpSpPr>
          <p:sp>
            <p:nvSpPr>
              <p:cNvPr id="154" name="Google Shape;154;p14"/>
              <p:cNvSpPr/>
              <p:nvPr/>
            </p:nvSpPr>
            <p:spPr>
              <a:xfrm>
                <a:off x="175906" y="401530"/>
                <a:ext cx="2115209" cy="1982245"/>
              </a:xfrm>
              <a:custGeom>
                <a:rect b="b" l="l" r="r" t="t"/>
                <a:pathLst>
                  <a:path extrusionOk="0" h="1982245" w="2115209">
                    <a:moveTo>
                      <a:pt x="1084390" y="1982245"/>
                    </a:moveTo>
                    <a:cubicBezTo>
                      <a:pt x="797399" y="1982245"/>
                      <a:pt x="529106" y="1889709"/>
                      <a:pt x="328897" y="1721967"/>
                    </a:cubicBezTo>
                    <a:cubicBezTo>
                      <a:pt x="126839" y="1552306"/>
                      <a:pt x="10261" y="1321480"/>
                      <a:pt x="672" y="1072023"/>
                    </a:cubicBezTo>
                    <a:cubicBezTo>
                      <a:pt x="-9739" y="802772"/>
                      <a:pt x="101359" y="520575"/>
                      <a:pt x="297801" y="316119"/>
                    </a:cubicBezTo>
                    <a:cubicBezTo>
                      <a:pt x="390549" y="219263"/>
                      <a:pt x="501447" y="141599"/>
                      <a:pt x="624176" y="87554"/>
                    </a:cubicBezTo>
                    <a:cubicBezTo>
                      <a:pt x="758672" y="28980"/>
                      <a:pt x="903928" y="-836"/>
                      <a:pt x="1050622" y="18"/>
                    </a:cubicBezTo>
                    <a:cubicBezTo>
                      <a:pt x="1339737" y="18"/>
                      <a:pt x="1578920" y="75910"/>
                      <a:pt x="1761389" y="225501"/>
                    </a:cubicBezTo>
                    <a:cubicBezTo>
                      <a:pt x="1935570" y="368312"/>
                      <a:pt x="2049065" y="569754"/>
                      <a:pt x="2098449" y="824416"/>
                    </a:cubicBezTo>
                    <a:cubicBezTo>
                      <a:pt x="2125608" y="962926"/>
                      <a:pt x="2119696" y="1105894"/>
                      <a:pt x="2081189" y="1241684"/>
                    </a:cubicBezTo>
                    <a:cubicBezTo>
                      <a:pt x="2044085" y="1372426"/>
                      <a:pt x="1979968" y="1493928"/>
                      <a:pt x="1892966" y="1598334"/>
                    </a:cubicBezTo>
                    <a:cubicBezTo>
                      <a:pt x="1795930" y="1715323"/>
                      <a:pt x="1675038" y="1810249"/>
                      <a:pt x="1538371" y="1876764"/>
                    </a:cubicBezTo>
                    <a:cubicBezTo>
                      <a:pt x="1396903" y="1945628"/>
                      <a:pt x="1241722" y="1981683"/>
                      <a:pt x="1084390" y="1982245"/>
                    </a:cubicBezTo>
                    <a:close/>
                  </a:path>
                </a:pathLst>
              </a:custGeom>
              <a:solidFill>
                <a:srgbClr val="09052E">
                  <a:alpha val="1173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4"/>
              <p:cNvSpPr/>
              <p:nvPr/>
            </p:nvSpPr>
            <p:spPr>
              <a:xfrm>
                <a:off x="298813" y="475316"/>
                <a:ext cx="1869339" cy="1736332"/>
              </a:xfrm>
              <a:custGeom>
                <a:rect b="b" l="l" r="r" t="t"/>
                <a:pathLst>
                  <a:path extrusionOk="0" h="1736332" w="1869339">
                    <a:moveTo>
                      <a:pt x="927716" y="0"/>
                    </a:moveTo>
                    <a:cubicBezTo>
                      <a:pt x="337774" y="0"/>
                      <a:pt x="-16274" y="505694"/>
                      <a:pt x="576" y="943990"/>
                    </a:cubicBezTo>
                    <a:cubicBezTo>
                      <a:pt x="17425" y="1382285"/>
                      <a:pt x="422022" y="1736332"/>
                      <a:pt x="961483" y="1736332"/>
                    </a:cubicBezTo>
                    <a:cubicBezTo>
                      <a:pt x="1500945" y="1736332"/>
                      <a:pt x="1957118" y="1250776"/>
                      <a:pt x="1854924" y="724876"/>
                    </a:cubicBezTo>
                    <a:cubicBezTo>
                      <a:pt x="1769717" y="285279"/>
                      <a:pt x="1464506" y="0"/>
                      <a:pt x="9277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4"/>
              <p:cNvSpPr/>
              <p:nvPr/>
            </p:nvSpPr>
            <p:spPr>
              <a:xfrm>
                <a:off x="298819" y="1299235"/>
                <a:ext cx="1869272" cy="912413"/>
              </a:xfrm>
              <a:custGeom>
                <a:rect b="b" l="l" r="r" t="t"/>
                <a:pathLst>
                  <a:path extrusionOk="0" h="912413" w="1869272">
                    <a:moveTo>
                      <a:pt x="963190" y="603915"/>
                    </a:moveTo>
                    <a:cubicBezTo>
                      <a:pt x="507291" y="603915"/>
                      <a:pt x="141942" y="366308"/>
                      <a:pt x="1940" y="34795"/>
                    </a:cubicBezTo>
                    <a:cubicBezTo>
                      <a:pt x="-54" y="63172"/>
                      <a:pt x="-511" y="91639"/>
                      <a:pt x="570" y="120071"/>
                    </a:cubicBezTo>
                    <a:cubicBezTo>
                      <a:pt x="17419" y="558435"/>
                      <a:pt x="422016" y="912414"/>
                      <a:pt x="961477" y="912414"/>
                    </a:cubicBezTo>
                    <a:cubicBezTo>
                      <a:pt x="1466829" y="912414"/>
                      <a:pt x="1899097" y="486242"/>
                      <a:pt x="1867658" y="0"/>
                    </a:cubicBezTo>
                    <a:cubicBezTo>
                      <a:pt x="1728135" y="347404"/>
                      <a:pt x="1367649" y="603915"/>
                      <a:pt x="963190" y="6039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4"/>
              <p:cNvSpPr/>
              <p:nvPr/>
            </p:nvSpPr>
            <p:spPr>
              <a:xfrm>
                <a:off x="557192" y="816095"/>
                <a:ext cx="758060" cy="758156"/>
              </a:xfrm>
              <a:custGeom>
                <a:rect b="b" l="l" r="r" t="t"/>
                <a:pathLst>
                  <a:path extrusionOk="0" h="758156" w="758060">
                    <a:moveTo>
                      <a:pt x="724496" y="223151"/>
                    </a:moveTo>
                    <a:cubicBezTo>
                      <a:pt x="687310" y="294289"/>
                      <a:pt x="599494" y="321817"/>
                      <a:pt x="528355" y="284631"/>
                    </a:cubicBezTo>
                    <a:cubicBezTo>
                      <a:pt x="457217" y="247446"/>
                      <a:pt x="429689" y="159629"/>
                      <a:pt x="466875" y="88491"/>
                    </a:cubicBezTo>
                    <a:cubicBezTo>
                      <a:pt x="479923" y="63532"/>
                      <a:pt x="499937" y="42901"/>
                      <a:pt x="524492" y="29106"/>
                    </a:cubicBezTo>
                    <a:cubicBezTo>
                      <a:pt x="331208" y="-51203"/>
                      <a:pt x="109416" y="40382"/>
                      <a:pt x="29107" y="233665"/>
                    </a:cubicBezTo>
                    <a:cubicBezTo>
                      <a:pt x="-51203" y="426949"/>
                      <a:pt x="40381" y="648740"/>
                      <a:pt x="233665" y="729050"/>
                    </a:cubicBezTo>
                    <a:cubicBezTo>
                      <a:pt x="426956" y="809360"/>
                      <a:pt x="648741" y="717776"/>
                      <a:pt x="729051" y="524492"/>
                    </a:cubicBezTo>
                    <a:cubicBezTo>
                      <a:pt x="769257" y="427730"/>
                      <a:pt x="767606" y="318645"/>
                      <a:pt x="724496" y="2231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4"/>
              <p:cNvSpPr/>
              <p:nvPr/>
            </p:nvSpPr>
            <p:spPr>
              <a:xfrm>
                <a:off x="731068" y="988792"/>
                <a:ext cx="411706" cy="411763"/>
              </a:xfrm>
              <a:custGeom>
                <a:rect b="b" l="l" r="r" t="t"/>
                <a:pathLst>
                  <a:path extrusionOk="0" h="411763" w="411706">
                    <a:moveTo>
                      <a:pt x="279862" y="13810"/>
                    </a:moveTo>
                    <a:cubicBezTo>
                      <a:pt x="173784" y="-27047"/>
                      <a:pt x="54666" y="25824"/>
                      <a:pt x="13809" y="131901"/>
                    </a:cubicBezTo>
                    <a:cubicBezTo>
                      <a:pt x="-27048" y="237978"/>
                      <a:pt x="25830" y="357097"/>
                      <a:pt x="131907" y="397954"/>
                    </a:cubicBezTo>
                    <a:cubicBezTo>
                      <a:pt x="237984" y="438811"/>
                      <a:pt x="357096" y="385940"/>
                      <a:pt x="397953" y="279863"/>
                    </a:cubicBezTo>
                    <a:cubicBezTo>
                      <a:pt x="417090" y="230170"/>
                      <a:pt x="416227" y="174998"/>
                      <a:pt x="395549" y="125935"/>
                    </a:cubicBezTo>
                    <a:cubicBezTo>
                      <a:pt x="337897" y="115325"/>
                      <a:pt x="292273" y="71105"/>
                      <a:pt x="279862" y="138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9" name="Google Shape;159;p14"/>
          <p:cNvGrpSpPr/>
          <p:nvPr/>
        </p:nvGrpSpPr>
        <p:grpSpPr>
          <a:xfrm>
            <a:off x="6360208" y="3110721"/>
            <a:ext cx="2414380" cy="505223"/>
            <a:chOff x="4846351" y="1300131"/>
            <a:chExt cx="3769524" cy="714197"/>
          </a:xfrm>
        </p:grpSpPr>
        <p:grpSp>
          <p:nvGrpSpPr>
            <p:cNvPr id="160" name="Google Shape;160;p14"/>
            <p:cNvGrpSpPr/>
            <p:nvPr/>
          </p:nvGrpSpPr>
          <p:grpSpPr>
            <a:xfrm rot="10800000">
              <a:off x="4846351" y="1300131"/>
              <a:ext cx="453116" cy="714197"/>
              <a:chOff x="1620532" y="2740711"/>
              <a:chExt cx="745257" cy="1174666"/>
            </a:xfrm>
          </p:grpSpPr>
          <p:sp>
            <p:nvSpPr>
              <p:cNvPr id="161" name="Google Shape;161;p14"/>
              <p:cNvSpPr/>
              <p:nvPr/>
            </p:nvSpPr>
            <p:spPr>
              <a:xfrm>
                <a:off x="1620532" y="2740711"/>
                <a:ext cx="745257" cy="1174666"/>
              </a:xfrm>
              <a:custGeom>
                <a:rect b="b" l="l" r="r" t="t"/>
                <a:pathLst>
                  <a:path extrusionOk="0" h="1174666" w="745257">
                    <a:moveTo>
                      <a:pt x="105526" y="385886"/>
                    </a:moveTo>
                    <a:cubicBezTo>
                      <a:pt x="105526" y="385886"/>
                      <a:pt x="389709" y="456640"/>
                      <a:pt x="547452" y="114511"/>
                    </a:cubicBezTo>
                    <a:cubicBezTo>
                      <a:pt x="625124" y="-53848"/>
                      <a:pt x="678481" y="-1313"/>
                      <a:pt x="704989" y="51359"/>
                    </a:cubicBezTo>
                    <a:cubicBezTo>
                      <a:pt x="763894" y="169032"/>
                      <a:pt x="825744" y="770550"/>
                      <a:pt x="360393" y="1174667"/>
                    </a:cubicBezTo>
                    <a:cubicBezTo>
                      <a:pt x="360257" y="1174598"/>
                      <a:pt x="-235850" y="1027952"/>
                      <a:pt x="105526" y="385886"/>
                    </a:cubicBezTo>
                    <a:close/>
                  </a:path>
                </a:pathLst>
              </a:custGeom>
              <a:solidFill>
                <a:srgbClr val="F8F1E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4"/>
              <p:cNvSpPr/>
              <p:nvPr/>
            </p:nvSpPr>
            <p:spPr>
              <a:xfrm>
                <a:off x="1763362" y="3112760"/>
                <a:ext cx="446402" cy="667683"/>
              </a:xfrm>
              <a:custGeom>
                <a:rect b="b" l="l" r="r" t="t"/>
                <a:pathLst>
                  <a:path extrusionOk="0" h="667683" w="446402">
                    <a:moveTo>
                      <a:pt x="446403" y="526996"/>
                    </a:moveTo>
                    <a:cubicBezTo>
                      <a:pt x="278523" y="500214"/>
                      <a:pt x="48382" y="393843"/>
                      <a:pt x="145028" y="0"/>
                    </a:cubicBezTo>
                    <a:cubicBezTo>
                      <a:pt x="115342" y="10103"/>
                      <a:pt x="84506" y="16432"/>
                      <a:pt x="53245" y="18836"/>
                    </a:cubicBezTo>
                    <a:cubicBezTo>
                      <a:pt x="-14085" y="183222"/>
                      <a:pt x="-95456" y="533023"/>
                      <a:pt x="348456" y="667683"/>
                    </a:cubicBezTo>
                    <a:cubicBezTo>
                      <a:pt x="384785" y="623463"/>
                      <a:pt x="417539" y="576414"/>
                      <a:pt x="446403" y="526996"/>
                    </a:cubicBezTo>
                    <a:close/>
                  </a:path>
                </a:pathLst>
              </a:custGeom>
              <a:solidFill>
                <a:srgbClr val="F0E0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4"/>
              <p:cNvSpPr/>
              <p:nvPr/>
            </p:nvSpPr>
            <p:spPr>
              <a:xfrm>
                <a:off x="1980517" y="3061527"/>
                <a:ext cx="341579" cy="420075"/>
              </a:xfrm>
              <a:custGeom>
                <a:rect b="b" l="l" r="r" t="t"/>
                <a:pathLst>
                  <a:path extrusionOk="0" h="420075" w="341579">
                    <a:moveTo>
                      <a:pt x="26848" y="0"/>
                    </a:moveTo>
                    <a:cubicBezTo>
                      <a:pt x="18170" y="6301"/>
                      <a:pt x="9430" y="12103"/>
                      <a:pt x="614" y="17398"/>
                    </a:cubicBezTo>
                    <a:cubicBezTo>
                      <a:pt x="-5002" y="131783"/>
                      <a:pt x="22670" y="353020"/>
                      <a:pt x="305346" y="420076"/>
                    </a:cubicBezTo>
                    <a:cubicBezTo>
                      <a:pt x="319593" y="383294"/>
                      <a:pt x="331579" y="346719"/>
                      <a:pt x="341579" y="310485"/>
                    </a:cubicBezTo>
                    <a:cubicBezTo>
                      <a:pt x="258016" y="305280"/>
                      <a:pt x="119795" y="254114"/>
                      <a:pt x="26848" y="0"/>
                    </a:cubicBezTo>
                    <a:close/>
                  </a:path>
                </a:pathLst>
              </a:custGeom>
              <a:solidFill>
                <a:srgbClr val="F0E0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4"/>
              <p:cNvSpPr/>
              <p:nvPr/>
            </p:nvSpPr>
            <p:spPr>
              <a:xfrm>
                <a:off x="2085517" y="2976457"/>
                <a:ext cx="278498" cy="208133"/>
              </a:xfrm>
              <a:custGeom>
                <a:rect b="b" l="l" r="r" t="t"/>
                <a:pathLst>
                  <a:path extrusionOk="0" h="208133" w="278498">
                    <a:moveTo>
                      <a:pt x="9521" y="0"/>
                    </a:moveTo>
                    <a:cubicBezTo>
                      <a:pt x="6370" y="4041"/>
                      <a:pt x="3219" y="7877"/>
                      <a:pt x="0" y="11713"/>
                    </a:cubicBezTo>
                    <a:cubicBezTo>
                      <a:pt x="34795" y="89522"/>
                      <a:pt x="117468" y="221785"/>
                      <a:pt x="272744" y="206990"/>
                    </a:cubicBezTo>
                    <a:cubicBezTo>
                      <a:pt x="275416" y="182812"/>
                      <a:pt x="277334" y="159044"/>
                      <a:pt x="278498" y="136441"/>
                    </a:cubicBezTo>
                    <a:cubicBezTo>
                      <a:pt x="201168" y="146578"/>
                      <a:pt x="103906" y="122947"/>
                      <a:pt x="9521" y="0"/>
                    </a:cubicBezTo>
                    <a:close/>
                  </a:path>
                </a:pathLst>
              </a:custGeom>
              <a:solidFill>
                <a:srgbClr val="F0E0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4"/>
              <p:cNvSpPr/>
              <p:nvPr/>
            </p:nvSpPr>
            <p:spPr>
              <a:xfrm>
                <a:off x="1623727" y="2881337"/>
                <a:ext cx="606150" cy="548531"/>
              </a:xfrm>
              <a:custGeom>
                <a:rect b="b" l="l" r="r" t="t"/>
                <a:pathLst>
                  <a:path extrusionOk="0" h="548531" w="606150">
                    <a:moveTo>
                      <a:pt x="43768" y="373549"/>
                    </a:moveTo>
                    <a:cubicBezTo>
                      <a:pt x="21822" y="429769"/>
                      <a:pt x="7110" y="488551"/>
                      <a:pt x="0" y="548483"/>
                    </a:cubicBezTo>
                    <a:cubicBezTo>
                      <a:pt x="270142" y="552525"/>
                      <a:pt x="564668" y="299095"/>
                      <a:pt x="602340" y="72447"/>
                    </a:cubicBezTo>
                    <a:cubicBezTo>
                      <a:pt x="620217" y="-35089"/>
                      <a:pt x="570627" y="-3855"/>
                      <a:pt x="548161" y="44433"/>
                    </a:cubicBezTo>
                    <a:cubicBezTo>
                      <a:pt x="413980" y="333343"/>
                      <a:pt x="151099" y="356905"/>
                      <a:pt x="43768" y="373549"/>
                    </a:cubicBezTo>
                    <a:close/>
                  </a:path>
                </a:pathLst>
              </a:custGeom>
              <a:solidFill>
                <a:srgbClr val="FFFFFF">
                  <a:alpha val="5475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" name="Google Shape;166;p14"/>
            <p:cNvGrpSpPr/>
            <p:nvPr/>
          </p:nvGrpSpPr>
          <p:grpSpPr>
            <a:xfrm rot="10800000">
              <a:off x="8162782" y="1300131"/>
              <a:ext cx="453093" cy="714197"/>
              <a:chOff x="188982" y="2740711"/>
              <a:chExt cx="745218" cy="1174666"/>
            </a:xfrm>
          </p:grpSpPr>
          <p:sp>
            <p:nvSpPr>
              <p:cNvPr id="167" name="Google Shape;167;p14"/>
              <p:cNvSpPr/>
              <p:nvPr/>
            </p:nvSpPr>
            <p:spPr>
              <a:xfrm>
                <a:off x="188982" y="2740711"/>
                <a:ext cx="745218" cy="1174666"/>
              </a:xfrm>
              <a:custGeom>
                <a:rect b="b" l="l" r="r" t="t"/>
                <a:pathLst>
                  <a:path extrusionOk="0" h="1174666" w="745218">
                    <a:moveTo>
                      <a:pt x="639800" y="385886"/>
                    </a:moveTo>
                    <a:cubicBezTo>
                      <a:pt x="639800" y="385886"/>
                      <a:pt x="355617" y="456640"/>
                      <a:pt x="197806" y="114511"/>
                    </a:cubicBezTo>
                    <a:cubicBezTo>
                      <a:pt x="120133" y="-53848"/>
                      <a:pt x="66844" y="-1313"/>
                      <a:pt x="40268" y="51359"/>
                    </a:cubicBezTo>
                    <a:cubicBezTo>
                      <a:pt x="-18637" y="169032"/>
                      <a:pt x="-80487" y="770550"/>
                      <a:pt x="384864" y="1174667"/>
                    </a:cubicBezTo>
                    <a:cubicBezTo>
                      <a:pt x="384864" y="1174598"/>
                      <a:pt x="980970" y="1027952"/>
                      <a:pt x="639800" y="385886"/>
                    </a:cubicBezTo>
                    <a:close/>
                  </a:path>
                </a:pathLst>
              </a:custGeom>
              <a:solidFill>
                <a:srgbClr val="F8F1E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4"/>
              <p:cNvSpPr/>
              <p:nvPr/>
            </p:nvSpPr>
            <p:spPr>
              <a:xfrm>
                <a:off x="344800" y="3112760"/>
                <a:ext cx="446368" cy="667683"/>
              </a:xfrm>
              <a:custGeom>
                <a:rect b="b" l="l" r="r" t="t"/>
                <a:pathLst>
                  <a:path extrusionOk="0" h="667683" w="446368">
                    <a:moveTo>
                      <a:pt x="0" y="526996"/>
                    </a:moveTo>
                    <a:cubicBezTo>
                      <a:pt x="167948" y="500214"/>
                      <a:pt x="398021" y="393843"/>
                      <a:pt x="301375" y="0"/>
                    </a:cubicBezTo>
                    <a:cubicBezTo>
                      <a:pt x="331033" y="10110"/>
                      <a:pt x="361849" y="16439"/>
                      <a:pt x="393089" y="18836"/>
                    </a:cubicBezTo>
                    <a:cubicBezTo>
                      <a:pt x="460488" y="183222"/>
                      <a:pt x="541791" y="533023"/>
                      <a:pt x="97947" y="667683"/>
                    </a:cubicBezTo>
                    <a:cubicBezTo>
                      <a:pt x="61639" y="623443"/>
                      <a:pt x="28888" y="576401"/>
                      <a:pt x="0" y="526996"/>
                    </a:cubicBezTo>
                    <a:close/>
                  </a:path>
                </a:pathLst>
              </a:custGeom>
              <a:solidFill>
                <a:srgbClr val="F0E0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4"/>
              <p:cNvSpPr/>
              <p:nvPr/>
            </p:nvSpPr>
            <p:spPr>
              <a:xfrm>
                <a:off x="232538" y="3061527"/>
                <a:ext cx="341567" cy="420075"/>
              </a:xfrm>
              <a:custGeom>
                <a:rect b="b" l="l" r="r" t="t"/>
                <a:pathLst>
                  <a:path extrusionOk="0" h="420075" w="341567">
                    <a:moveTo>
                      <a:pt x="314663" y="0"/>
                    </a:moveTo>
                    <a:cubicBezTo>
                      <a:pt x="323430" y="6301"/>
                      <a:pt x="332198" y="12103"/>
                      <a:pt x="340965" y="17398"/>
                    </a:cubicBezTo>
                    <a:cubicBezTo>
                      <a:pt x="346513" y="131783"/>
                      <a:pt x="318910" y="353020"/>
                      <a:pt x="36234" y="420076"/>
                    </a:cubicBezTo>
                    <a:cubicBezTo>
                      <a:pt x="21987" y="383294"/>
                      <a:pt x="10000" y="346719"/>
                      <a:pt x="0" y="310485"/>
                    </a:cubicBezTo>
                    <a:cubicBezTo>
                      <a:pt x="83495" y="305280"/>
                      <a:pt x="221785" y="254114"/>
                      <a:pt x="314663" y="0"/>
                    </a:cubicBezTo>
                    <a:close/>
                  </a:path>
                </a:pathLst>
              </a:custGeom>
              <a:solidFill>
                <a:srgbClr val="F0E0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4"/>
              <p:cNvSpPr/>
              <p:nvPr/>
            </p:nvSpPr>
            <p:spPr>
              <a:xfrm>
                <a:off x="190551" y="2976457"/>
                <a:ext cx="278498" cy="208133"/>
              </a:xfrm>
              <a:custGeom>
                <a:rect b="b" l="l" r="r" t="t"/>
                <a:pathLst>
                  <a:path extrusionOk="0" h="208133" w="278498">
                    <a:moveTo>
                      <a:pt x="268977" y="0"/>
                    </a:moveTo>
                    <a:cubicBezTo>
                      <a:pt x="272128" y="4041"/>
                      <a:pt x="275347" y="7877"/>
                      <a:pt x="278498" y="11713"/>
                    </a:cubicBezTo>
                    <a:cubicBezTo>
                      <a:pt x="243703" y="89522"/>
                      <a:pt x="161099" y="221785"/>
                      <a:pt x="5754" y="206990"/>
                    </a:cubicBezTo>
                    <a:cubicBezTo>
                      <a:pt x="3082" y="182812"/>
                      <a:pt x="1233" y="159044"/>
                      <a:pt x="0" y="136441"/>
                    </a:cubicBezTo>
                    <a:cubicBezTo>
                      <a:pt x="77399" y="146578"/>
                      <a:pt x="174661" y="122947"/>
                      <a:pt x="268977" y="0"/>
                    </a:cubicBezTo>
                    <a:close/>
                  </a:path>
                </a:pathLst>
              </a:custGeom>
              <a:solidFill>
                <a:srgbClr val="F0E0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4"/>
              <p:cNvSpPr/>
              <p:nvPr/>
            </p:nvSpPr>
            <p:spPr>
              <a:xfrm>
                <a:off x="324756" y="2881337"/>
                <a:ext cx="606150" cy="548531"/>
              </a:xfrm>
              <a:custGeom>
                <a:rect b="b" l="l" r="r" t="t"/>
                <a:pathLst>
                  <a:path extrusionOk="0" h="548531" w="606150">
                    <a:moveTo>
                      <a:pt x="562383" y="373549"/>
                    </a:moveTo>
                    <a:cubicBezTo>
                      <a:pt x="584328" y="429769"/>
                      <a:pt x="599041" y="488551"/>
                      <a:pt x="606151" y="548483"/>
                    </a:cubicBezTo>
                    <a:cubicBezTo>
                      <a:pt x="336009" y="552525"/>
                      <a:pt x="41483" y="299095"/>
                      <a:pt x="3811" y="72447"/>
                    </a:cubicBezTo>
                    <a:cubicBezTo>
                      <a:pt x="-14066" y="-35089"/>
                      <a:pt x="35524" y="-3855"/>
                      <a:pt x="57921" y="44433"/>
                    </a:cubicBezTo>
                    <a:cubicBezTo>
                      <a:pt x="192170" y="333343"/>
                      <a:pt x="455052" y="356905"/>
                      <a:pt x="562383" y="373549"/>
                    </a:cubicBezTo>
                    <a:close/>
                  </a:path>
                </a:pathLst>
              </a:custGeom>
              <a:solidFill>
                <a:srgbClr val="FFFFFF">
                  <a:alpha val="5475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72" name="Google Shape;172;p14"/>
          <p:cNvPicPr preferRelativeResize="0"/>
          <p:nvPr/>
        </p:nvPicPr>
        <p:blipFill rotWithShape="1">
          <a:blip r:embed="rId3">
            <a:alphaModFix/>
          </a:blip>
          <a:srcRect b="0" l="0" r="0" t="56741"/>
          <a:stretch/>
        </p:blipFill>
        <p:spPr>
          <a:xfrm>
            <a:off x="363375" y="1831824"/>
            <a:ext cx="8264199" cy="10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 txBox="1"/>
          <p:nvPr>
            <p:ph idx="1" type="body"/>
          </p:nvPr>
        </p:nvSpPr>
        <p:spPr>
          <a:xfrm>
            <a:off x="1236300" y="1018800"/>
            <a:ext cx="4504500" cy="3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Now it’s the computers turn. You can use </a:t>
            </a:r>
            <a:r>
              <a:rPr lang="en" sz="3100">
                <a:highlight>
                  <a:srgbClr val="000000"/>
                </a:highlight>
              </a:rPr>
              <a:t>randint</a:t>
            </a:r>
            <a:r>
              <a:rPr lang="en" sz="3100"/>
              <a:t> function to generate a random number to decide between rock, paper, and scissors.</a:t>
            </a:r>
            <a:endParaRPr sz="3000"/>
          </a:p>
        </p:txBody>
      </p:sp>
      <p:sp>
        <p:nvSpPr>
          <p:cNvPr id="178" name="Google Shape;178;p15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9" name="Google Shape;179;p15"/>
          <p:cNvGrpSpPr/>
          <p:nvPr/>
        </p:nvGrpSpPr>
        <p:grpSpPr>
          <a:xfrm>
            <a:off x="6400259" y="1943039"/>
            <a:ext cx="1662508" cy="977941"/>
            <a:chOff x="5682925" y="1139232"/>
            <a:chExt cx="2115150" cy="1244200"/>
          </a:xfrm>
        </p:grpSpPr>
        <p:sp>
          <p:nvSpPr>
            <p:cNvPr id="180" name="Google Shape;180;p15"/>
            <p:cNvSpPr/>
            <p:nvPr/>
          </p:nvSpPr>
          <p:spPr>
            <a:xfrm>
              <a:off x="5682925" y="1139232"/>
              <a:ext cx="2115150" cy="1244200"/>
            </a:xfrm>
            <a:custGeom>
              <a:rect b="b" l="l" r="r" t="t"/>
              <a:pathLst>
                <a:path extrusionOk="0" h="1244200" w="2115150">
                  <a:moveTo>
                    <a:pt x="2078447" y="0"/>
                  </a:moveTo>
                  <a:cubicBezTo>
                    <a:pt x="1740359" y="36747"/>
                    <a:pt x="1400490" y="55042"/>
                    <a:pt x="1060347" y="54796"/>
                  </a:cubicBezTo>
                  <a:cubicBezTo>
                    <a:pt x="721937" y="54987"/>
                    <a:pt x="383766" y="36857"/>
                    <a:pt x="47315" y="479"/>
                  </a:cubicBezTo>
                  <a:cubicBezTo>
                    <a:pt x="12629" y="108125"/>
                    <a:pt x="-3193" y="220949"/>
                    <a:pt x="533" y="333979"/>
                  </a:cubicBezTo>
                  <a:cubicBezTo>
                    <a:pt x="10122" y="583435"/>
                    <a:pt x="126700" y="814261"/>
                    <a:pt x="328758" y="983922"/>
                  </a:cubicBezTo>
                  <a:cubicBezTo>
                    <a:pt x="528967" y="1151939"/>
                    <a:pt x="797260" y="1244200"/>
                    <a:pt x="1084251" y="1244200"/>
                  </a:cubicBezTo>
                  <a:cubicBezTo>
                    <a:pt x="1241583" y="1243755"/>
                    <a:pt x="1396791" y="1207816"/>
                    <a:pt x="1538301" y="1139062"/>
                  </a:cubicBezTo>
                  <a:cubicBezTo>
                    <a:pt x="1675015" y="1072485"/>
                    <a:pt x="1795908" y="977490"/>
                    <a:pt x="1892896" y="860426"/>
                  </a:cubicBezTo>
                  <a:cubicBezTo>
                    <a:pt x="1979884" y="756020"/>
                    <a:pt x="2043995" y="634518"/>
                    <a:pt x="2081119" y="503776"/>
                  </a:cubicBezTo>
                  <a:cubicBezTo>
                    <a:pt x="2119613" y="367986"/>
                    <a:pt x="2125572" y="225018"/>
                    <a:pt x="2098380" y="86508"/>
                  </a:cubicBezTo>
                  <a:cubicBezTo>
                    <a:pt x="2092625" y="56850"/>
                    <a:pt x="2085913" y="28220"/>
                    <a:pt x="2078447" y="0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5805876" y="1150739"/>
              <a:ext cx="1869223" cy="1060909"/>
            </a:xfrm>
            <a:custGeom>
              <a:rect b="b" l="l" r="r" t="t"/>
              <a:pathLst>
                <a:path extrusionOk="0" h="1060909" w="1869223">
                  <a:moveTo>
                    <a:pt x="1844056" y="0"/>
                  </a:moveTo>
                  <a:cubicBezTo>
                    <a:pt x="1550899" y="28425"/>
                    <a:pt x="1247744" y="43357"/>
                    <a:pt x="937395" y="43357"/>
                  </a:cubicBezTo>
                  <a:cubicBezTo>
                    <a:pt x="628349" y="43357"/>
                    <a:pt x="326357" y="28494"/>
                    <a:pt x="34297" y="342"/>
                  </a:cubicBezTo>
                  <a:cubicBezTo>
                    <a:pt x="8913" y="87399"/>
                    <a:pt x="-2512" y="177935"/>
                    <a:pt x="461" y="268566"/>
                  </a:cubicBezTo>
                  <a:cubicBezTo>
                    <a:pt x="17310" y="706930"/>
                    <a:pt x="421907" y="1060909"/>
                    <a:pt x="961368" y="1060909"/>
                  </a:cubicBezTo>
                  <a:cubicBezTo>
                    <a:pt x="1500830" y="1060909"/>
                    <a:pt x="1957003" y="575353"/>
                    <a:pt x="1854809" y="49453"/>
                  </a:cubicBezTo>
                  <a:cubicBezTo>
                    <a:pt x="1851795" y="32740"/>
                    <a:pt x="1847892" y="16233"/>
                    <a:pt x="18440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5805767" y="1299235"/>
              <a:ext cx="1869273" cy="912413"/>
            </a:xfrm>
            <a:custGeom>
              <a:rect b="b" l="l" r="r" t="t"/>
              <a:pathLst>
                <a:path extrusionOk="0" h="912413" w="1869273">
                  <a:moveTo>
                    <a:pt x="963190" y="603915"/>
                  </a:moveTo>
                  <a:cubicBezTo>
                    <a:pt x="507292" y="603915"/>
                    <a:pt x="141942" y="366308"/>
                    <a:pt x="1940" y="34795"/>
                  </a:cubicBezTo>
                  <a:cubicBezTo>
                    <a:pt x="-53" y="63172"/>
                    <a:pt x="-512" y="91639"/>
                    <a:pt x="570" y="120071"/>
                  </a:cubicBezTo>
                  <a:cubicBezTo>
                    <a:pt x="17420" y="558435"/>
                    <a:pt x="422016" y="912414"/>
                    <a:pt x="961478" y="912414"/>
                  </a:cubicBezTo>
                  <a:cubicBezTo>
                    <a:pt x="1466830" y="912414"/>
                    <a:pt x="1899098" y="486242"/>
                    <a:pt x="1867659" y="0"/>
                  </a:cubicBezTo>
                  <a:cubicBezTo>
                    <a:pt x="1728136" y="347404"/>
                    <a:pt x="1367650" y="603915"/>
                    <a:pt x="963190" y="603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6361733" y="1187794"/>
              <a:ext cx="757384" cy="534274"/>
            </a:xfrm>
            <a:custGeom>
              <a:rect b="b" l="l" r="r" t="t"/>
              <a:pathLst>
                <a:path extrusionOk="0" h="534274" w="757384">
                  <a:moveTo>
                    <a:pt x="381539" y="6301"/>
                  </a:moveTo>
                  <a:cubicBezTo>
                    <a:pt x="264503" y="6301"/>
                    <a:pt x="148500" y="4199"/>
                    <a:pt x="33519" y="0"/>
                  </a:cubicBezTo>
                  <a:cubicBezTo>
                    <a:pt x="-52387" y="190654"/>
                    <a:pt x="32526" y="414850"/>
                    <a:pt x="223186" y="500756"/>
                  </a:cubicBezTo>
                  <a:cubicBezTo>
                    <a:pt x="413841" y="586661"/>
                    <a:pt x="638050" y="501749"/>
                    <a:pt x="723942" y="311095"/>
                  </a:cubicBezTo>
                  <a:cubicBezTo>
                    <a:pt x="768532" y="212182"/>
                    <a:pt x="768532" y="98913"/>
                    <a:pt x="723942" y="0"/>
                  </a:cubicBezTo>
                  <a:cubicBezTo>
                    <a:pt x="610926" y="4158"/>
                    <a:pt x="496815" y="6254"/>
                    <a:pt x="381539" y="630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BBFF45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6534091" y="1192932"/>
              <a:ext cx="412472" cy="356800"/>
            </a:xfrm>
            <a:custGeom>
              <a:rect b="b" l="l" r="r" t="t"/>
              <a:pathLst>
                <a:path extrusionOk="0" h="356800" w="412472">
                  <a:moveTo>
                    <a:pt x="347334" y="137"/>
                  </a:moveTo>
                  <a:cubicBezTo>
                    <a:pt x="301669" y="774"/>
                    <a:pt x="255620" y="1116"/>
                    <a:pt x="209181" y="1164"/>
                  </a:cubicBezTo>
                  <a:cubicBezTo>
                    <a:pt x="161098" y="1164"/>
                    <a:pt x="113152" y="774"/>
                    <a:pt x="65343" y="0"/>
                  </a:cubicBezTo>
                  <a:cubicBezTo>
                    <a:pt x="63699" y="1575"/>
                    <a:pt x="62055" y="3082"/>
                    <a:pt x="60411" y="4726"/>
                  </a:cubicBezTo>
                  <a:cubicBezTo>
                    <a:pt x="-20131" y="85262"/>
                    <a:pt x="-20138" y="215846"/>
                    <a:pt x="60398" y="296389"/>
                  </a:cubicBezTo>
                  <a:cubicBezTo>
                    <a:pt x="140933" y="376931"/>
                    <a:pt x="271518" y="376938"/>
                    <a:pt x="352060" y="296403"/>
                  </a:cubicBezTo>
                  <a:cubicBezTo>
                    <a:pt x="432610" y="215867"/>
                    <a:pt x="432610" y="85282"/>
                    <a:pt x="352060" y="4740"/>
                  </a:cubicBezTo>
                  <a:cubicBezTo>
                    <a:pt x="352060" y="4733"/>
                    <a:pt x="352060" y="4733"/>
                    <a:pt x="352060" y="47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15"/>
          <p:cNvSpPr/>
          <p:nvPr/>
        </p:nvSpPr>
        <p:spPr>
          <a:xfrm>
            <a:off x="6303349" y="1132552"/>
            <a:ext cx="1858261" cy="687891"/>
          </a:xfrm>
          <a:custGeom>
            <a:rect b="b" l="l" r="r" t="t"/>
            <a:pathLst>
              <a:path extrusionOk="0" h="851877" w="2301252">
                <a:moveTo>
                  <a:pt x="9833" y="801529"/>
                </a:moveTo>
                <a:cubicBezTo>
                  <a:pt x="9833" y="801529"/>
                  <a:pt x="156479" y="507003"/>
                  <a:pt x="492924" y="317205"/>
                </a:cubicBezTo>
                <a:cubicBezTo>
                  <a:pt x="1075126" y="-11568"/>
                  <a:pt x="1738768" y="-119035"/>
                  <a:pt x="1353487" y="159668"/>
                </a:cubicBezTo>
                <a:cubicBezTo>
                  <a:pt x="1353487" y="159668"/>
                  <a:pt x="2116241" y="8981"/>
                  <a:pt x="2136789" y="255560"/>
                </a:cubicBezTo>
                <a:cubicBezTo>
                  <a:pt x="2147200" y="380083"/>
                  <a:pt x="1774591" y="392549"/>
                  <a:pt x="1774591" y="392549"/>
                </a:cubicBezTo>
                <a:cubicBezTo>
                  <a:pt x="1774591" y="392549"/>
                  <a:pt x="2292066" y="471044"/>
                  <a:pt x="2301176" y="735021"/>
                </a:cubicBezTo>
                <a:cubicBezTo>
                  <a:pt x="2308025" y="933655"/>
                  <a:pt x="1855962" y="515839"/>
                  <a:pt x="890191" y="673376"/>
                </a:cubicBezTo>
                <a:cubicBezTo>
                  <a:pt x="495184" y="737829"/>
                  <a:pt x="285180" y="778036"/>
                  <a:pt x="41957" y="848174"/>
                </a:cubicBezTo>
                <a:cubicBezTo>
                  <a:pt x="-27017" y="868037"/>
                  <a:pt x="9833" y="801529"/>
                  <a:pt x="9833" y="8015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BBFF45"/>
              </a:gs>
            </a:gsLst>
            <a:lin ang="0" scaled="0"/>
          </a:gradFill>
          <a:ln>
            <a:noFill/>
          </a:ln>
          <a:effectLst>
            <a:outerShdw blurRad="2857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5"/>
          <p:cNvGrpSpPr/>
          <p:nvPr/>
        </p:nvGrpSpPr>
        <p:grpSpPr>
          <a:xfrm>
            <a:off x="6059076" y="3261892"/>
            <a:ext cx="2347601" cy="828886"/>
            <a:chOff x="5580309" y="2517898"/>
            <a:chExt cx="1815904" cy="641155"/>
          </a:xfrm>
        </p:grpSpPr>
        <p:sp>
          <p:nvSpPr>
            <p:cNvPr id="187" name="Google Shape;187;p15"/>
            <p:cNvSpPr/>
            <p:nvPr/>
          </p:nvSpPr>
          <p:spPr>
            <a:xfrm>
              <a:off x="5580309" y="2753538"/>
              <a:ext cx="1815904" cy="405516"/>
            </a:xfrm>
            <a:custGeom>
              <a:rect b="b" l="l" r="r" t="t"/>
              <a:pathLst>
                <a:path extrusionOk="0" h="481096" w="2154353">
                  <a:moveTo>
                    <a:pt x="0" y="414315"/>
                  </a:moveTo>
                  <a:cubicBezTo>
                    <a:pt x="73015" y="348286"/>
                    <a:pt x="155688" y="294038"/>
                    <a:pt x="240552" y="243558"/>
                  </a:cubicBezTo>
                  <a:cubicBezTo>
                    <a:pt x="326472" y="194050"/>
                    <a:pt x="416131" y="151337"/>
                    <a:pt x="508708" y="115816"/>
                  </a:cubicBezTo>
                  <a:cubicBezTo>
                    <a:pt x="694738" y="45267"/>
                    <a:pt x="893372" y="1430"/>
                    <a:pt x="1095773" y="197"/>
                  </a:cubicBezTo>
                  <a:cubicBezTo>
                    <a:pt x="1298688" y="-3241"/>
                    <a:pt x="1499849" y="38280"/>
                    <a:pt x="1684825" y="121775"/>
                  </a:cubicBezTo>
                  <a:cubicBezTo>
                    <a:pt x="1775854" y="164516"/>
                    <a:pt x="1862910" y="214653"/>
                    <a:pt x="1941199" y="276572"/>
                  </a:cubicBezTo>
                  <a:cubicBezTo>
                    <a:pt x="2019509" y="336758"/>
                    <a:pt x="2090983" y="405342"/>
                    <a:pt x="2154354" y="481097"/>
                  </a:cubicBezTo>
                  <a:cubicBezTo>
                    <a:pt x="1993187" y="369588"/>
                    <a:pt x="1826266" y="274243"/>
                    <a:pt x="1648043" y="213968"/>
                  </a:cubicBezTo>
                  <a:cubicBezTo>
                    <a:pt x="1470903" y="153125"/>
                    <a:pt x="1284557" y="123460"/>
                    <a:pt x="1097280" y="126296"/>
                  </a:cubicBezTo>
                  <a:cubicBezTo>
                    <a:pt x="910290" y="127255"/>
                    <a:pt x="723164" y="159447"/>
                    <a:pt x="539941" y="209859"/>
                  </a:cubicBezTo>
                  <a:cubicBezTo>
                    <a:pt x="354171" y="261606"/>
                    <a:pt x="173455" y="330039"/>
                    <a:pt x="0" y="414315"/>
                  </a:cubicBez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  <a:effectLst>
              <a:outerShdw blurRad="28575" rotWithShape="0" algn="bl" dir="5400000" dist="38100">
                <a:schemeClr val="dk1">
                  <a:alpha val="2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5880295" y="2536814"/>
              <a:ext cx="246541" cy="370635"/>
            </a:xfrm>
            <a:custGeom>
              <a:rect b="b" l="l" r="r" t="t"/>
              <a:pathLst>
                <a:path extrusionOk="0" h="439714" w="292491">
                  <a:moveTo>
                    <a:pt x="152811" y="373001"/>
                  </a:moveTo>
                  <a:cubicBezTo>
                    <a:pt x="198634" y="355604"/>
                    <a:pt x="245210" y="339782"/>
                    <a:pt x="292471" y="325877"/>
                  </a:cubicBezTo>
                  <a:cubicBezTo>
                    <a:pt x="293156" y="186697"/>
                    <a:pt x="277608" y="19296"/>
                    <a:pt x="200551" y="1351"/>
                  </a:cubicBezTo>
                  <a:cubicBezTo>
                    <a:pt x="92673" y="-23787"/>
                    <a:pt x="23083" y="308617"/>
                    <a:pt x="0" y="439715"/>
                  </a:cubicBezTo>
                  <a:cubicBezTo>
                    <a:pt x="49864" y="415331"/>
                    <a:pt x="100803" y="393091"/>
                    <a:pt x="152811" y="373001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16200038" scaled="0"/>
            </a:gradFill>
            <a:ln>
              <a:noFill/>
            </a:ln>
            <a:effectLst>
              <a:outerShdw blurRad="14288" rotWithShape="0" algn="bl" dir="16200000" dist="2857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6884115" y="2517898"/>
              <a:ext cx="245946" cy="408372"/>
            </a:xfrm>
            <a:custGeom>
              <a:rect b="b" l="l" r="r" t="t"/>
              <a:pathLst>
                <a:path extrusionOk="0" h="484484" w="291785">
                  <a:moveTo>
                    <a:pt x="137742" y="401332"/>
                  </a:moveTo>
                  <a:cubicBezTo>
                    <a:pt x="190674" y="426005"/>
                    <a:pt x="242114" y="453772"/>
                    <a:pt x="291786" y="484485"/>
                  </a:cubicBezTo>
                  <a:cubicBezTo>
                    <a:pt x="286855" y="435717"/>
                    <a:pt x="239798" y="3928"/>
                    <a:pt x="109933" y="24"/>
                  </a:cubicBezTo>
                  <a:cubicBezTo>
                    <a:pt x="25343" y="-2510"/>
                    <a:pt x="3904" y="195027"/>
                    <a:pt x="0" y="347770"/>
                  </a:cubicBezTo>
                  <a:cubicBezTo>
                    <a:pt x="46878" y="363044"/>
                    <a:pt x="92865" y="380928"/>
                    <a:pt x="137742" y="401332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16200038" scaled="0"/>
            </a:gradFill>
            <a:ln>
              <a:noFill/>
            </a:ln>
            <a:effectLst>
              <a:outerShdw blurRad="14288" rotWithShape="0" algn="bl" dir="16200000" dist="2857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6"/>
          <p:cNvGrpSpPr/>
          <p:nvPr/>
        </p:nvGrpSpPr>
        <p:grpSpPr>
          <a:xfrm>
            <a:off x="6583953" y="2917211"/>
            <a:ext cx="1510417" cy="757338"/>
            <a:chOff x="2819969" y="4365386"/>
            <a:chExt cx="1694813" cy="849700"/>
          </a:xfrm>
        </p:grpSpPr>
        <p:sp>
          <p:nvSpPr>
            <p:cNvPr id="195" name="Google Shape;195;p16"/>
            <p:cNvSpPr/>
            <p:nvPr/>
          </p:nvSpPr>
          <p:spPr>
            <a:xfrm>
              <a:off x="2819969" y="4365386"/>
              <a:ext cx="1694813" cy="767412"/>
            </a:xfrm>
            <a:custGeom>
              <a:rect b="b" l="l" r="r" t="t"/>
              <a:pathLst>
                <a:path extrusionOk="0" h="767412" w="1694813">
                  <a:moveTo>
                    <a:pt x="1693331" y="0"/>
                  </a:moveTo>
                  <a:cubicBezTo>
                    <a:pt x="1724222" y="449254"/>
                    <a:pt x="1266748" y="778027"/>
                    <a:pt x="847425" y="767137"/>
                  </a:cubicBezTo>
                  <a:cubicBezTo>
                    <a:pt x="428171" y="778302"/>
                    <a:pt x="-29782" y="449254"/>
                    <a:pt x="1520" y="0"/>
                  </a:cubicBezTo>
                  <a:cubicBezTo>
                    <a:pt x="92960" y="926660"/>
                    <a:pt x="1602234" y="926660"/>
                    <a:pt x="1693331" y="0"/>
                  </a:cubicBez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  <a:effectLst>
              <a:outerShdw blurRad="28575" rotWithShape="0" algn="bl" dir="5400000" dist="38100">
                <a:schemeClr val="dk1">
                  <a:alpha val="2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4100210" y="4889162"/>
              <a:ext cx="195071" cy="325922"/>
            </a:xfrm>
            <a:custGeom>
              <a:rect b="b" l="l" r="r" t="t"/>
              <a:pathLst>
                <a:path extrusionOk="0" h="325922" w="195071">
                  <a:moveTo>
                    <a:pt x="0" y="138701"/>
                  </a:moveTo>
                  <a:cubicBezTo>
                    <a:pt x="10069" y="227196"/>
                    <a:pt x="32330" y="318567"/>
                    <a:pt x="80892" y="325554"/>
                  </a:cubicBezTo>
                  <a:cubicBezTo>
                    <a:pt x="160140" y="336787"/>
                    <a:pt x="187538" y="88426"/>
                    <a:pt x="195072" y="0"/>
                  </a:cubicBezTo>
                  <a:cubicBezTo>
                    <a:pt x="136660" y="54898"/>
                    <a:pt x="71036" y="101557"/>
                    <a:pt x="0" y="138701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14288" rotWithShape="0" algn="bl" dir="5400000" dist="2857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3037246" y="4887244"/>
              <a:ext cx="186715" cy="327842"/>
            </a:xfrm>
            <a:custGeom>
              <a:rect b="b" l="l" r="r" t="t"/>
              <a:pathLst>
                <a:path extrusionOk="0" h="327842" w="186715">
                  <a:moveTo>
                    <a:pt x="0" y="0"/>
                  </a:moveTo>
                  <a:cubicBezTo>
                    <a:pt x="822" y="82672"/>
                    <a:pt x="10206" y="316170"/>
                    <a:pt x="89043" y="327472"/>
                  </a:cubicBezTo>
                  <a:cubicBezTo>
                    <a:pt x="140413" y="334801"/>
                    <a:pt x="170140" y="232127"/>
                    <a:pt x="186716" y="135139"/>
                  </a:cubicBezTo>
                  <a:cubicBezTo>
                    <a:pt x="118797" y="98508"/>
                    <a:pt x="56015" y="53069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14288" rotWithShape="0" algn="bl" dir="5400000" dist="2857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6"/>
          <p:cNvSpPr txBox="1"/>
          <p:nvPr>
            <p:ph type="title"/>
          </p:nvPr>
        </p:nvSpPr>
        <p:spPr>
          <a:xfrm>
            <a:off x="855300" y="448525"/>
            <a:ext cx="4693500" cy="93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</a:t>
            </a:r>
            <a:r>
              <a:rPr lang="en">
                <a:highlight>
                  <a:srgbClr val="000000"/>
                </a:highlight>
              </a:rPr>
              <a:t>randint</a:t>
            </a:r>
            <a:r>
              <a:rPr lang="en"/>
              <a:t>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 a number</a:t>
            </a:r>
            <a:endParaRPr/>
          </a:p>
        </p:txBody>
      </p:sp>
      <p:sp>
        <p:nvSpPr>
          <p:cNvPr id="199" name="Google Shape;199;p16"/>
          <p:cNvSpPr txBox="1"/>
          <p:nvPr>
            <p:ph idx="1" type="body"/>
          </p:nvPr>
        </p:nvSpPr>
        <p:spPr>
          <a:xfrm>
            <a:off x="855300" y="1509926"/>
            <a:ext cx="4693500" cy="26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tma"/>
              <a:buChar char="➜"/>
            </a:pPr>
            <a:r>
              <a:rPr b="1" lang="en" sz="24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rPr>
              <a:t>Make the computer choose a number between 1 and 3</a:t>
            </a:r>
            <a:endParaRPr b="1" sz="2400">
              <a:solidFill>
                <a:schemeClr val="lt1"/>
              </a:solidFill>
              <a:latin typeface="Atma"/>
              <a:ea typeface="Atma"/>
              <a:cs typeface="Atma"/>
              <a:sym typeface="Atma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tma"/>
              <a:buChar char="➜"/>
            </a:pPr>
            <a:r>
              <a:rPr b="1" lang="en" sz="24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rPr>
              <a:t>Name this variable </a:t>
            </a:r>
            <a:r>
              <a:rPr b="1" lang="en" sz="2400">
                <a:solidFill>
                  <a:schemeClr val="lt1"/>
                </a:solidFill>
                <a:highlight>
                  <a:srgbClr val="000000"/>
                </a:highlight>
                <a:latin typeface="Atma"/>
                <a:ea typeface="Atma"/>
                <a:cs typeface="Atma"/>
                <a:sym typeface="Atma"/>
              </a:rPr>
              <a:t>computer</a:t>
            </a:r>
            <a:endParaRPr b="1" sz="2400">
              <a:solidFill>
                <a:schemeClr val="lt1"/>
              </a:solidFill>
              <a:highlight>
                <a:srgbClr val="000000"/>
              </a:highlight>
              <a:latin typeface="Atma"/>
              <a:ea typeface="Atma"/>
              <a:cs typeface="Atma"/>
              <a:sym typeface="Atma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tma"/>
              <a:buChar char="➜"/>
            </a:pPr>
            <a:r>
              <a:rPr b="1" lang="en" sz="24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rPr>
              <a:t>Print computer</a:t>
            </a:r>
            <a:endParaRPr b="1" sz="2400">
              <a:solidFill>
                <a:schemeClr val="lt1"/>
              </a:solidFill>
              <a:latin typeface="Atma"/>
              <a:ea typeface="Atma"/>
              <a:cs typeface="Atma"/>
              <a:sym typeface="Atma"/>
            </a:endParaRPr>
          </a:p>
        </p:txBody>
      </p:sp>
      <p:sp>
        <p:nvSpPr>
          <p:cNvPr id="200" name="Google Shape;200;p16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01" name="Google Shape;201;p16"/>
          <p:cNvGrpSpPr/>
          <p:nvPr/>
        </p:nvGrpSpPr>
        <p:grpSpPr>
          <a:xfrm>
            <a:off x="5936742" y="2037464"/>
            <a:ext cx="1101462" cy="1032153"/>
            <a:chOff x="8438871" y="401534"/>
            <a:chExt cx="2115348" cy="1982241"/>
          </a:xfrm>
        </p:grpSpPr>
        <p:sp>
          <p:nvSpPr>
            <p:cNvPr id="202" name="Google Shape;202;p16"/>
            <p:cNvSpPr/>
            <p:nvPr/>
          </p:nvSpPr>
          <p:spPr>
            <a:xfrm>
              <a:off x="8438871" y="401534"/>
              <a:ext cx="2115348" cy="1982241"/>
            </a:xfrm>
            <a:custGeom>
              <a:rect b="b" l="l" r="r" t="t"/>
              <a:pathLst>
                <a:path extrusionOk="0" h="1982241" w="2115348">
                  <a:moveTo>
                    <a:pt x="1084381" y="1982241"/>
                  </a:moveTo>
                  <a:cubicBezTo>
                    <a:pt x="797390" y="1982241"/>
                    <a:pt x="529098" y="1889705"/>
                    <a:pt x="328957" y="1721963"/>
                  </a:cubicBezTo>
                  <a:cubicBezTo>
                    <a:pt x="126830" y="1552302"/>
                    <a:pt x="10253" y="1321476"/>
                    <a:pt x="663" y="1072019"/>
                  </a:cubicBezTo>
                  <a:cubicBezTo>
                    <a:pt x="-9679" y="803042"/>
                    <a:pt x="101418" y="520571"/>
                    <a:pt x="297929" y="316389"/>
                  </a:cubicBezTo>
                  <a:cubicBezTo>
                    <a:pt x="390670" y="219534"/>
                    <a:pt x="501494" y="141871"/>
                    <a:pt x="624236" y="87824"/>
                  </a:cubicBezTo>
                  <a:cubicBezTo>
                    <a:pt x="758690" y="29170"/>
                    <a:pt x="903967" y="-739"/>
                    <a:pt x="1050682" y="14"/>
                  </a:cubicBezTo>
                  <a:cubicBezTo>
                    <a:pt x="1339866" y="14"/>
                    <a:pt x="1578979" y="75906"/>
                    <a:pt x="1761448" y="225497"/>
                  </a:cubicBezTo>
                  <a:cubicBezTo>
                    <a:pt x="1935630" y="368308"/>
                    <a:pt x="2049125" y="569750"/>
                    <a:pt x="2098577" y="824412"/>
                  </a:cubicBezTo>
                  <a:cubicBezTo>
                    <a:pt x="2125770" y="962922"/>
                    <a:pt x="2119811" y="1105890"/>
                    <a:pt x="2081317" y="1241680"/>
                  </a:cubicBezTo>
                  <a:cubicBezTo>
                    <a:pt x="2044193" y="1372408"/>
                    <a:pt x="1980083" y="1493904"/>
                    <a:pt x="1893094" y="1598330"/>
                  </a:cubicBezTo>
                  <a:cubicBezTo>
                    <a:pt x="1796038" y="1715326"/>
                    <a:pt x="1675145" y="1810252"/>
                    <a:pt x="1538431" y="1876760"/>
                  </a:cubicBezTo>
                  <a:cubicBezTo>
                    <a:pt x="1396921" y="1945638"/>
                    <a:pt x="1241713" y="1981693"/>
                    <a:pt x="1084381" y="1982241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8561906" y="475316"/>
              <a:ext cx="1869268" cy="1736332"/>
            </a:xfrm>
            <a:custGeom>
              <a:rect b="b" l="l" r="r" t="t"/>
              <a:pathLst>
                <a:path extrusionOk="0" h="1736332" w="1869268">
                  <a:moveTo>
                    <a:pt x="927716" y="0"/>
                  </a:moveTo>
                  <a:cubicBezTo>
                    <a:pt x="337705" y="0"/>
                    <a:pt x="-16274" y="505694"/>
                    <a:pt x="576" y="943990"/>
                  </a:cubicBezTo>
                  <a:cubicBezTo>
                    <a:pt x="17426" y="1382285"/>
                    <a:pt x="422022" y="1736332"/>
                    <a:pt x="961415" y="1736332"/>
                  </a:cubicBezTo>
                  <a:cubicBezTo>
                    <a:pt x="1500808" y="1736332"/>
                    <a:pt x="1957049" y="1250776"/>
                    <a:pt x="1854856" y="724876"/>
                  </a:cubicBezTo>
                  <a:cubicBezTo>
                    <a:pt x="1769443" y="285279"/>
                    <a:pt x="1464438" y="0"/>
                    <a:pt x="9277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8561904" y="1299235"/>
              <a:ext cx="1869279" cy="912413"/>
            </a:xfrm>
            <a:custGeom>
              <a:rect b="b" l="l" r="r" t="t"/>
              <a:pathLst>
                <a:path extrusionOk="0" h="912413" w="1869279">
                  <a:moveTo>
                    <a:pt x="963129" y="603915"/>
                  </a:moveTo>
                  <a:cubicBezTo>
                    <a:pt x="507230" y="603915"/>
                    <a:pt x="141882" y="366308"/>
                    <a:pt x="1880" y="34795"/>
                  </a:cubicBezTo>
                  <a:cubicBezTo>
                    <a:pt x="-39" y="63179"/>
                    <a:pt x="-518" y="91646"/>
                    <a:pt x="578" y="120071"/>
                  </a:cubicBezTo>
                  <a:cubicBezTo>
                    <a:pt x="17428" y="558435"/>
                    <a:pt x="422024" y="912414"/>
                    <a:pt x="961417" y="912414"/>
                  </a:cubicBezTo>
                  <a:cubicBezTo>
                    <a:pt x="1466769" y="912414"/>
                    <a:pt x="1899105" y="486242"/>
                    <a:pt x="1867666" y="0"/>
                  </a:cubicBezTo>
                  <a:cubicBezTo>
                    <a:pt x="1728075" y="347404"/>
                    <a:pt x="1367589" y="603915"/>
                    <a:pt x="963129" y="603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9302517" y="748882"/>
              <a:ext cx="387480" cy="1272283"/>
            </a:xfrm>
            <a:custGeom>
              <a:rect b="b" l="l" r="r" t="t"/>
              <a:pathLst>
                <a:path extrusionOk="0" h="1272283" w="387480">
                  <a:moveTo>
                    <a:pt x="341492" y="318088"/>
                  </a:moveTo>
                  <a:cubicBezTo>
                    <a:pt x="290600" y="318070"/>
                    <a:pt x="249367" y="276810"/>
                    <a:pt x="249367" y="225931"/>
                  </a:cubicBezTo>
                  <a:cubicBezTo>
                    <a:pt x="249436" y="192269"/>
                    <a:pt x="267792" y="161294"/>
                    <a:pt x="297313" y="145140"/>
                  </a:cubicBezTo>
                  <a:cubicBezTo>
                    <a:pt x="267860" y="90372"/>
                    <a:pt x="228955" y="41237"/>
                    <a:pt x="182448" y="0"/>
                  </a:cubicBezTo>
                  <a:cubicBezTo>
                    <a:pt x="182448" y="0"/>
                    <a:pt x="-269615" y="719876"/>
                    <a:pt x="249436" y="1272283"/>
                  </a:cubicBezTo>
                  <a:cubicBezTo>
                    <a:pt x="249436" y="1272283"/>
                    <a:pt x="459713" y="731178"/>
                    <a:pt x="361218" y="315896"/>
                  </a:cubicBezTo>
                  <a:cubicBezTo>
                    <a:pt x="354712" y="317324"/>
                    <a:pt x="348136" y="318059"/>
                    <a:pt x="341492" y="318088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rgbClr val="FF6B4B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7595347" y="2037464"/>
            <a:ext cx="1101462" cy="1032153"/>
            <a:chOff x="8438871" y="401534"/>
            <a:chExt cx="2115348" cy="1982241"/>
          </a:xfrm>
        </p:grpSpPr>
        <p:sp>
          <p:nvSpPr>
            <p:cNvPr id="207" name="Google Shape;207;p16"/>
            <p:cNvSpPr/>
            <p:nvPr/>
          </p:nvSpPr>
          <p:spPr>
            <a:xfrm>
              <a:off x="8438871" y="401534"/>
              <a:ext cx="2115348" cy="1982241"/>
            </a:xfrm>
            <a:custGeom>
              <a:rect b="b" l="l" r="r" t="t"/>
              <a:pathLst>
                <a:path extrusionOk="0" h="1982241" w="2115348">
                  <a:moveTo>
                    <a:pt x="1084381" y="1982241"/>
                  </a:moveTo>
                  <a:cubicBezTo>
                    <a:pt x="797390" y="1982241"/>
                    <a:pt x="529098" y="1889705"/>
                    <a:pt x="328957" y="1721963"/>
                  </a:cubicBezTo>
                  <a:cubicBezTo>
                    <a:pt x="126830" y="1552302"/>
                    <a:pt x="10253" y="1321476"/>
                    <a:pt x="663" y="1072019"/>
                  </a:cubicBezTo>
                  <a:cubicBezTo>
                    <a:pt x="-9679" y="803042"/>
                    <a:pt x="101418" y="520571"/>
                    <a:pt x="297929" y="316389"/>
                  </a:cubicBezTo>
                  <a:cubicBezTo>
                    <a:pt x="390670" y="219534"/>
                    <a:pt x="501494" y="141871"/>
                    <a:pt x="624236" y="87824"/>
                  </a:cubicBezTo>
                  <a:cubicBezTo>
                    <a:pt x="758690" y="29170"/>
                    <a:pt x="903967" y="-739"/>
                    <a:pt x="1050682" y="14"/>
                  </a:cubicBezTo>
                  <a:cubicBezTo>
                    <a:pt x="1339866" y="14"/>
                    <a:pt x="1578979" y="75906"/>
                    <a:pt x="1761448" y="225497"/>
                  </a:cubicBezTo>
                  <a:cubicBezTo>
                    <a:pt x="1935630" y="368308"/>
                    <a:pt x="2049125" y="569750"/>
                    <a:pt x="2098577" y="824412"/>
                  </a:cubicBezTo>
                  <a:cubicBezTo>
                    <a:pt x="2125770" y="962922"/>
                    <a:pt x="2119811" y="1105890"/>
                    <a:pt x="2081317" y="1241680"/>
                  </a:cubicBezTo>
                  <a:cubicBezTo>
                    <a:pt x="2044193" y="1372408"/>
                    <a:pt x="1980083" y="1493904"/>
                    <a:pt x="1893094" y="1598330"/>
                  </a:cubicBezTo>
                  <a:cubicBezTo>
                    <a:pt x="1796038" y="1715326"/>
                    <a:pt x="1675145" y="1810252"/>
                    <a:pt x="1538431" y="1876760"/>
                  </a:cubicBezTo>
                  <a:cubicBezTo>
                    <a:pt x="1396921" y="1945638"/>
                    <a:pt x="1241713" y="1981693"/>
                    <a:pt x="1084381" y="1982241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6"/>
            <p:cNvSpPr/>
            <p:nvPr/>
          </p:nvSpPr>
          <p:spPr>
            <a:xfrm>
              <a:off x="8561906" y="475316"/>
              <a:ext cx="1869268" cy="1736332"/>
            </a:xfrm>
            <a:custGeom>
              <a:rect b="b" l="l" r="r" t="t"/>
              <a:pathLst>
                <a:path extrusionOk="0" h="1736332" w="1869268">
                  <a:moveTo>
                    <a:pt x="927716" y="0"/>
                  </a:moveTo>
                  <a:cubicBezTo>
                    <a:pt x="337705" y="0"/>
                    <a:pt x="-16274" y="505694"/>
                    <a:pt x="576" y="943990"/>
                  </a:cubicBezTo>
                  <a:cubicBezTo>
                    <a:pt x="17426" y="1382285"/>
                    <a:pt x="422022" y="1736332"/>
                    <a:pt x="961415" y="1736332"/>
                  </a:cubicBezTo>
                  <a:cubicBezTo>
                    <a:pt x="1500808" y="1736332"/>
                    <a:pt x="1957049" y="1250776"/>
                    <a:pt x="1854856" y="724876"/>
                  </a:cubicBezTo>
                  <a:cubicBezTo>
                    <a:pt x="1769443" y="285279"/>
                    <a:pt x="1464438" y="0"/>
                    <a:pt x="9277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8561904" y="1299235"/>
              <a:ext cx="1869279" cy="912413"/>
            </a:xfrm>
            <a:custGeom>
              <a:rect b="b" l="l" r="r" t="t"/>
              <a:pathLst>
                <a:path extrusionOk="0" h="912413" w="1869279">
                  <a:moveTo>
                    <a:pt x="963129" y="603915"/>
                  </a:moveTo>
                  <a:cubicBezTo>
                    <a:pt x="507230" y="603915"/>
                    <a:pt x="141882" y="366308"/>
                    <a:pt x="1880" y="34795"/>
                  </a:cubicBezTo>
                  <a:cubicBezTo>
                    <a:pt x="-39" y="63179"/>
                    <a:pt x="-518" y="91646"/>
                    <a:pt x="578" y="120071"/>
                  </a:cubicBezTo>
                  <a:cubicBezTo>
                    <a:pt x="17428" y="558435"/>
                    <a:pt x="422024" y="912414"/>
                    <a:pt x="961417" y="912414"/>
                  </a:cubicBezTo>
                  <a:cubicBezTo>
                    <a:pt x="1466769" y="912414"/>
                    <a:pt x="1899105" y="486242"/>
                    <a:pt x="1867666" y="0"/>
                  </a:cubicBezTo>
                  <a:cubicBezTo>
                    <a:pt x="1728075" y="347404"/>
                    <a:pt x="1367589" y="603915"/>
                    <a:pt x="963129" y="603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9302517" y="748882"/>
              <a:ext cx="387480" cy="1272283"/>
            </a:xfrm>
            <a:custGeom>
              <a:rect b="b" l="l" r="r" t="t"/>
              <a:pathLst>
                <a:path extrusionOk="0" h="1272283" w="387480">
                  <a:moveTo>
                    <a:pt x="341492" y="318088"/>
                  </a:moveTo>
                  <a:cubicBezTo>
                    <a:pt x="290600" y="318070"/>
                    <a:pt x="249367" y="276810"/>
                    <a:pt x="249367" y="225931"/>
                  </a:cubicBezTo>
                  <a:cubicBezTo>
                    <a:pt x="249436" y="192269"/>
                    <a:pt x="267792" y="161294"/>
                    <a:pt x="297313" y="145140"/>
                  </a:cubicBezTo>
                  <a:cubicBezTo>
                    <a:pt x="267860" y="90372"/>
                    <a:pt x="228955" y="41237"/>
                    <a:pt x="182448" y="0"/>
                  </a:cubicBezTo>
                  <a:cubicBezTo>
                    <a:pt x="182448" y="0"/>
                    <a:pt x="-269615" y="719876"/>
                    <a:pt x="249436" y="1272283"/>
                  </a:cubicBezTo>
                  <a:cubicBezTo>
                    <a:pt x="249436" y="1272283"/>
                    <a:pt x="459713" y="731178"/>
                    <a:pt x="361218" y="315896"/>
                  </a:cubicBezTo>
                  <a:cubicBezTo>
                    <a:pt x="354712" y="317324"/>
                    <a:pt x="348136" y="318059"/>
                    <a:pt x="341492" y="318088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rgbClr val="FF6B4B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5712265" y="1759100"/>
            <a:ext cx="3222023" cy="517515"/>
            <a:chOff x="5712265" y="930863"/>
            <a:chExt cx="3222023" cy="517515"/>
          </a:xfrm>
        </p:grpSpPr>
        <p:sp>
          <p:nvSpPr>
            <p:cNvPr id="212" name="Google Shape;212;p16"/>
            <p:cNvSpPr/>
            <p:nvPr/>
          </p:nvSpPr>
          <p:spPr>
            <a:xfrm>
              <a:off x="7536277" y="930863"/>
              <a:ext cx="1398011" cy="517515"/>
            </a:xfrm>
            <a:custGeom>
              <a:rect b="b" l="l" r="r" t="t"/>
              <a:pathLst>
                <a:path extrusionOk="0" h="851877" w="2301252">
                  <a:moveTo>
                    <a:pt x="9833" y="801529"/>
                  </a:moveTo>
                  <a:cubicBezTo>
                    <a:pt x="9833" y="801529"/>
                    <a:pt x="156479" y="507003"/>
                    <a:pt x="492924" y="317205"/>
                  </a:cubicBezTo>
                  <a:cubicBezTo>
                    <a:pt x="1075126" y="-11568"/>
                    <a:pt x="1738768" y="-119035"/>
                    <a:pt x="1353487" y="159668"/>
                  </a:cubicBezTo>
                  <a:cubicBezTo>
                    <a:pt x="1353487" y="159668"/>
                    <a:pt x="2116241" y="8981"/>
                    <a:pt x="2136789" y="255560"/>
                  </a:cubicBezTo>
                  <a:cubicBezTo>
                    <a:pt x="2147200" y="380083"/>
                    <a:pt x="1774591" y="392549"/>
                    <a:pt x="1774591" y="392549"/>
                  </a:cubicBezTo>
                  <a:cubicBezTo>
                    <a:pt x="1774591" y="392549"/>
                    <a:pt x="2292066" y="471044"/>
                    <a:pt x="2301176" y="735021"/>
                  </a:cubicBezTo>
                  <a:cubicBezTo>
                    <a:pt x="2308025" y="933655"/>
                    <a:pt x="1855962" y="515839"/>
                    <a:pt x="890191" y="673376"/>
                  </a:cubicBezTo>
                  <a:cubicBezTo>
                    <a:pt x="495184" y="737829"/>
                    <a:pt x="285180" y="778036"/>
                    <a:pt x="41957" y="848174"/>
                  </a:cubicBezTo>
                  <a:cubicBezTo>
                    <a:pt x="-27017" y="868037"/>
                    <a:pt x="9833" y="801529"/>
                    <a:pt x="9833" y="801529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28575" rotWithShape="0" algn="bl" dir="5400000" dist="19050">
                <a:srgbClr val="000000">
                  <a:alpha val="3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6"/>
            <p:cNvSpPr/>
            <p:nvPr/>
          </p:nvSpPr>
          <p:spPr>
            <a:xfrm flipH="1">
              <a:off x="5712265" y="930863"/>
              <a:ext cx="1398011" cy="517515"/>
            </a:xfrm>
            <a:custGeom>
              <a:rect b="b" l="l" r="r" t="t"/>
              <a:pathLst>
                <a:path extrusionOk="0" h="851877" w="2301252">
                  <a:moveTo>
                    <a:pt x="9833" y="801529"/>
                  </a:moveTo>
                  <a:cubicBezTo>
                    <a:pt x="9833" y="801529"/>
                    <a:pt x="156479" y="507003"/>
                    <a:pt x="492924" y="317205"/>
                  </a:cubicBezTo>
                  <a:cubicBezTo>
                    <a:pt x="1075126" y="-11568"/>
                    <a:pt x="1738768" y="-119035"/>
                    <a:pt x="1353487" y="159668"/>
                  </a:cubicBezTo>
                  <a:cubicBezTo>
                    <a:pt x="1353487" y="159668"/>
                    <a:pt x="2116241" y="8981"/>
                    <a:pt x="2136789" y="255560"/>
                  </a:cubicBezTo>
                  <a:cubicBezTo>
                    <a:pt x="2147200" y="380083"/>
                    <a:pt x="1774591" y="392549"/>
                    <a:pt x="1774591" y="392549"/>
                  </a:cubicBezTo>
                  <a:cubicBezTo>
                    <a:pt x="1774591" y="392549"/>
                    <a:pt x="2292066" y="471044"/>
                    <a:pt x="2301176" y="735021"/>
                  </a:cubicBezTo>
                  <a:cubicBezTo>
                    <a:pt x="2308025" y="933655"/>
                    <a:pt x="1855962" y="515839"/>
                    <a:pt x="890191" y="673376"/>
                  </a:cubicBezTo>
                  <a:cubicBezTo>
                    <a:pt x="495184" y="737829"/>
                    <a:pt x="285180" y="778036"/>
                    <a:pt x="41957" y="848174"/>
                  </a:cubicBezTo>
                  <a:cubicBezTo>
                    <a:pt x="-27017" y="868037"/>
                    <a:pt x="9833" y="801529"/>
                    <a:pt x="9833" y="801529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28575" rotWithShape="0" algn="bl" dir="5400000" dist="19050">
                <a:srgbClr val="000000">
                  <a:alpha val="3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6"/>
          <p:cNvGrpSpPr/>
          <p:nvPr/>
        </p:nvGrpSpPr>
        <p:grpSpPr>
          <a:xfrm>
            <a:off x="6007738" y="1109495"/>
            <a:ext cx="516461" cy="517522"/>
            <a:chOff x="2893887" y="2547824"/>
            <a:chExt cx="1212350" cy="1214840"/>
          </a:xfrm>
        </p:grpSpPr>
        <p:sp>
          <p:nvSpPr>
            <p:cNvPr id="215" name="Google Shape;215;p16"/>
            <p:cNvSpPr/>
            <p:nvPr/>
          </p:nvSpPr>
          <p:spPr>
            <a:xfrm>
              <a:off x="2893887" y="2547824"/>
              <a:ext cx="1212350" cy="1214840"/>
            </a:xfrm>
            <a:custGeom>
              <a:rect b="b" l="l" r="r" t="t"/>
              <a:pathLst>
                <a:path extrusionOk="0" h="1214840" w="1212350">
                  <a:moveTo>
                    <a:pt x="0" y="1070973"/>
                  </a:moveTo>
                  <a:cubicBezTo>
                    <a:pt x="0" y="1070973"/>
                    <a:pt x="650697" y="1447692"/>
                    <a:pt x="1212351" y="981930"/>
                  </a:cubicBezTo>
                  <a:lnTo>
                    <a:pt x="549325" y="40612"/>
                  </a:lnTo>
                  <a:cubicBezTo>
                    <a:pt x="518790" y="-2656"/>
                    <a:pt x="458960" y="-12985"/>
                    <a:pt x="415686" y="17550"/>
                  </a:cubicBezTo>
                  <a:cubicBezTo>
                    <a:pt x="400062" y="28578"/>
                    <a:pt x="388089" y="44030"/>
                    <a:pt x="381308" y="61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2996697" y="3186871"/>
              <a:ext cx="951250" cy="244546"/>
            </a:xfrm>
            <a:custGeom>
              <a:rect b="b" l="l" r="r" t="t"/>
              <a:pathLst>
                <a:path extrusionOk="0" h="244546" w="951250">
                  <a:moveTo>
                    <a:pt x="43357" y="45138"/>
                  </a:moveTo>
                  <a:lnTo>
                    <a:pt x="0" y="159934"/>
                  </a:lnTo>
                  <a:cubicBezTo>
                    <a:pt x="152674" y="234319"/>
                    <a:pt x="473639" y="323156"/>
                    <a:pt x="951250" y="118221"/>
                  </a:cubicBezTo>
                  <a:lnTo>
                    <a:pt x="867961" y="0"/>
                  </a:lnTo>
                  <a:cubicBezTo>
                    <a:pt x="691177" y="94111"/>
                    <a:pt x="402815" y="180483"/>
                    <a:pt x="43357" y="45138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6"/>
            <p:cNvSpPr/>
            <p:nvPr/>
          </p:nvSpPr>
          <p:spPr>
            <a:xfrm>
              <a:off x="3140056" y="2892620"/>
              <a:ext cx="568503" cy="125416"/>
            </a:xfrm>
            <a:custGeom>
              <a:rect b="b" l="l" r="r" t="t"/>
              <a:pathLst>
                <a:path extrusionOk="0" h="125416" w="568503">
                  <a:moveTo>
                    <a:pt x="27398" y="2123"/>
                  </a:moveTo>
                  <a:lnTo>
                    <a:pt x="0" y="74179"/>
                  </a:lnTo>
                  <a:cubicBezTo>
                    <a:pt x="118016" y="119317"/>
                    <a:pt x="322540" y="163222"/>
                    <a:pt x="568503" y="72261"/>
                  </a:cubicBezTo>
                  <a:lnTo>
                    <a:pt x="517544" y="0"/>
                  </a:lnTo>
                  <a:cubicBezTo>
                    <a:pt x="405281" y="47467"/>
                    <a:pt x="236717" y="79796"/>
                    <a:pt x="27398" y="2123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3404162" y="2647161"/>
              <a:ext cx="524058" cy="1084446"/>
            </a:xfrm>
            <a:custGeom>
              <a:rect b="b" l="l" r="r" t="t"/>
              <a:pathLst>
                <a:path extrusionOk="0" h="1084446" w="524058">
                  <a:moveTo>
                    <a:pt x="524059" y="1002185"/>
                  </a:moveTo>
                  <a:lnTo>
                    <a:pt x="18570" y="4084"/>
                  </a:lnTo>
                  <a:cubicBezTo>
                    <a:pt x="13844" y="-5299"/>
                    <a:pt x="-2595" y="3057"/>
                    <a:pt x="351" y="13331"/>
                  </a:cubicBezTo>
                  <a:lnTo>
                    <a:pt x="311452" y="1084446"/>
                  </a:lnTo>
                  <a:cubicBezTo>
                    <a:pt x="385337" y="1065562"/>
                    <a:pt x="456708" y="1037952"/>
                    <a:pt x="524059" y="1002185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16"/>
          <p:cNvGrpSpPr/>
          <p:nvPr/>
        </p:nvGrpSpPr>
        <p:grpSpPr>
          <a:xfrm flipH="1">
            <a:off x="8154119" y="1109495"/>
            <a:ext cx="516461" cy="517522"/>
            <a:chOff x="2893887" y="2547824"/>
            <a:chExt cx="1212350" cy="1214840"/>
          </a:xfrm>
        </p:grpSpPr>
        <p:sp>
          <p:nvSpPr>
            <p:cNvPr id="220" name="Google Shape;220;p16"/>
            <p:cNvSpPr/>
            <p:nvPr/>
          </p:nvSpPr>
          <p:spPr>
            <a:xfrm>
              <a:off x="2893887" y="2547824"/>
              <a:ext cx="1212350" cy="1214840"/>
            </a:xfrm>
            <a:custGeom>
              <a:rect b="b" l="l" r="r" t="t"/>
              <a:pathLst>
                <a:path extrusionOk="0" h="1214840" w="1212350">
                  <a:moveTo>
                    <a:pt x="0" y="1070973"/>
                  </a:moveTo>
                  <a:cubicBezTo>
                    <a:pt x="0" y="1070973"/>
                    <a:pt x="650697" y="1447692"/>
                    <a:pt x="1212351" y="981930"/>
                  </a:cubicBezTo>
                  <a:lnTo>
                    <a:pt x="549325" y="40612"/>
                  </a:lnTo>
                  <a:cubicBezTo>
                    <a:pt x="518790" y="-2656"/>
                    <a:pt x="458960" y="-12985"/>
                    <a:pt x="415686" y="17550"/>
                  </a:cubicBezTo>
                  <a:cubicBezTo>
                    <a:pt x="400062" y="28578"/>
                    <a:pt x="388089" y="44030"/>
                    <a:pt x="381308" y="61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2996697" y="3186871"/>
              <a:ext cx="951250" cy="244546"/>
            </a:xfrm>
            <a:custGeom>
              <a:rect b="b" l="l" r="r" t="t"/>
              <a:pathLst>
                <a:path extrusionOk="0" h="244546" w="951250">
                  <a:moveTo>
                    <a:pt x="43357" y="45138"/>
                  </a:moveTo>
                  <a:lnTo>
                    <a:pt x="0" y="159934"/>
                  </a:lnTo>
                  <a:cubicBezTo>
                    <a:pt x="152674" y="234319"/>
                    <a:pt x="473639" y="323156"/>
                    <a:pt x="951250" y="118221"/>
                  </a:cubicBezTo>
                  <a:lnTo>
                    <a:pt x="867961" y="0"/>
                  </a:lnTo>
                  <a:cubicBezTo>
                    <a:pt x="691177" y="94111"/>
                    <a:pt x="402815" y="180483"/>
                    <a:pt x="43357" y="45138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3140056" y="2892620"/>
              <a:ext cx="568503" cy="125416"/>
            </a:xfrm>
            <a:custGeom>
              <a:rect b="b" l="l" r="r" t="t"/>
              <a:pathLst>
                <a:path extrusionOk="0" h="125416" w="568503">
                  <a:moveTo>
                    <a:pt x="27398" y="2123"/>
                  </a:moveTo>
                  <a:lnTo>
                    <a:pt x="0" y="74179"/>
                  </a:lnTo>
                  <a:cubicBezTo>
                    <a:pt x="118016" y="119317"/>
                    <a:pt x="322540" y="163222"/>
                    <a:pt x="568503" y="72261"/>
                  </a:cubicBezTo>
                  <a:lnTo>
                    <a:pt x="517544" y="0"/>
                  </a:lnTo>
                  <a:cubicBezTo>
                    <a:pt x="405281" y="47467"/>
                    <a:pt x="236717" y="79796"/>
                    <a:pt x="27398" y="2123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3404162" y="2647161"/>
              <a:ext cx="524058" cy="1084446"/>
            </a:xfrm>
            <a:custGeom>
              <a:rect b="b" l="l" r="r" t="t"/>
              <a:pathLst>
                <a:path extrusionOk="0" h="1084446" w="524058">
                  <a:moveTo>
                    <a:pt x="524059" y="1002185"/>
                  </a:moveTo>
                  <a:lnTo>
                    <a:pt x="18570" y="4084"/>
                  </a:lnTo>
                  <a:cubicBezTo>
                    <a:pt x="13844" y="-5299"/>
                    <a:pt x="-2595" y="3057"/>
                    <a:pt x="351" y="13331"/>
                  </a:cubicBezTo>
                  <a:lnTo>
                    <a:pt x="311452" y="1084446"/>
                  </a:lnTo>
                  <a:cubicBezTo>
                    <a:pt x="385337" y="1065562"/>
                    <a:pt x="456708" y="1037952"/>
                    <a:pt x="524059" y="1002185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4" name="Google Shape;224;p16"/>
          <p:cNvPicPr preferRelativeResize="0"/>
          <p:nvPr/>
        </p:nvPicPr>
        <p:blipFill rotWithShape="1">
          <a:blip r:embed="rId3">
            <a:alphaModFix/>
          </a:blip>
          <a:srcRect b="50847" l="8990" r="45349" t="39613"/>
          <a:stretch/>
        </p:blipFill>
        <p:spPr>
          <a:xfrm>
            <a:off x="1316450" y="3297475"/>
            <a:ext cx="4035459" cy="103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3"/>
            </a:gs>
            <a:gs pos="100000">
              <a:schemeClr val="accent2"/>
            </a:gs>
          </a:gsLst>
          <a:lin ang="0" scaled="0"/>
        </a:gra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/>
          <p:nvPr>
            <p:ph idx="4294967295" type="ctrTitle"/>
          </p:nvPr>
        </p:nvSpPr>
        <p:spPr>
          <a:xfrm>
            <a:off x="587150" y="305150"/>
            <a:ext cx="5861100" cy="116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Computer’s Turn</a:t>
            </a:r>
            <a:endParaRPr sz="4300"/>
          </a:p>
        </p:txBody>
      </p:sp>
      <p:sp>
        <p:nvSpPr>
          <p:cNvPr id="230" name="Google Shape;230;p17"/>
          <p:cNvSpPr txBox="1"/>
          <p:nvPr>
            <p:ph idx="4294967295" type="subTitle"/>
          </p:nvPr>
        </p:nvSpPr>
        <p:spPr>
          <a:xfrm>
            <a:off x="775175" y="1744350"/>
            <a:ext cx="5187900" cy="26511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does this random number mean?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Let’s assign meanings to the number!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1 = rock </a:t>
            </a:r>
            <a:r>
              <a:rPr lang="en">
                <a:solidFill>
                  <a:srgbClr val="FFFFFF"/>
                </a:solidFill>
              </a:rPr>
              <a:t>(r)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2 = paper (p)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3 = scissors (s)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6716311" y="1310552"/>
            <a:ext cx="1912772" cy="1938238"/>
          </a:xfrm>
          <a:custGeom>
            <a:rect b="b" l="l" r="r" t="t"/>
            <a:pathLst>
              <a:path extrusionOk="0" h="16668" w="16449">
                <a:moveTo>
                  <a:pt x="12288" y="1995"/>
                </a:moveTo>
                <a:lnTo>
                  <a:pt x="12093" y="2117"/>
                </a:lnTo>
                <a:lnTo>
                  <a:pt x="11923" y="2239"/>
                </a:lnTo>
                <a:lnTo>
                  <a:pt x="11655" y="2531"/>
                </a:lnTo>
                <a:lnTo>
                  <a:pt x="11461" y="2433"/>
                </a:lnTo>
                <a:lnTo>
                  <a:pt x="11874" y="2214"/>
                </a:lnTo>
                <a:lnTo>
                  <a:pt x="12288" y="1995"/>
                </a:lnTo>
                <a:close/>
                <a:moveTo>
                  <a:pt x="13261" y="2239"/>
                </a:moveTo>
                <a:lnTo>
                  <a:pt x="13359" y="2263"/>
                </a:lnTo>
                <a:lnTo>
                  <a:pt x="13456" y="2287"/>
                </a:lnTo>
                <a:lnTo>
                  <a:pt x="13529" y="2336"/>
                </a:lnTo>
                <a:lnTo>
                  <a:pt x="13578" y="2433"/>
                </a:lnTo>
                <a:lnTo>
                  <a:pt x="13626" y="2531"/>
                </a:lnTo>
                <a:lnTo>
                  <a:pt x="13675" y="2725"/>
                </a:lnTo>
                <a:lnTo>
                  <a:pt x="13651" y="2896"/>
                </a:lnTo>
                <a:lnTo>
                  <a:pt x="13626" y="3090"/>
                </a:lnTo>
                <a:lnTo>
                  <a:pt x="13578" y="3285"/>
                </a:lnTo>
                <a:lnTo>
                  <a:pt x="13480" y="3480"/>
                </a:lnTo>
                <a:lnTo>
                  <a:pt x="13383" y="3650"/>
                </a:lnTo>
                <a:lnTo>
                  <a:pt x="13188" y="4015"/>
                </a:lnTo>
                <a:lnTo>
                  <a:pt x="12969" y="3674"/>
                </a:lnTo>
                <a:lnTo>
                  <a:pt x="12702" y="3358"/>
                </a:lnTo>
                <a:lnTo>
                  <a:pt x="12410" y="3066"/>
                </a:lnTo>
                <a:lnTo>
                  <a:pt x="12093" y="2823"/>
                </a:lnTo>
                <a:lnTo>
                  <a:pt x="12288" y="2677"/>
                </a:lnTo>
                <a:lnTo>
                  <a:pt x="12483" y="2531"/>
                </a:lnTo>
                <a:lnTo>
                  <a:pt x="12726" y="2385"/>
                </a:lnTo>
                <a:lnTo>
                  <a:pt x="12945" y="2287"/>
                </a:lnTo>
                <a:lnTo>
                  <a:pt x="13164" y="2239"/>
                </a:lnTo>
                <a:close/>
                <a:moveTo>
                  <a:pt x="7981" y="3699"/>
                </a:moveTo>
                <a:lnTo>
                  <a:pt x="7981" y="3723"/>
                </a:lnTo>
                <a:lnTo>
                  <a:pt x="7932" y="3723"/>
                </a:lnTo>
                <a:lnTo>
                  <a:pt x="7908" y="3747"/>
                </a:lnTo>
                <a:lnTo>
                  <a:pt x="7835" y="3796"/>
                </a:lnTo>
                <a:lnTo>
                  <a:pt x="7786" y="3845"/>
                </a:lnTo>
                <a:lnTo>
                  <a:pt x="7738" y="3918"/>
                </a:lnTo>
                <a:lnTo>
                  <a:pt x="7689" y="3991"/>
                </a:lnTo>
                <a:lnTo>
                  <a:pt x="7689" y="4064"/>
                </a:lnTo>
                <a:lnTo>
                  <a:pt x="7689" y="4088"/>
                </a:lnTo>
                <a:lnTo>
                  <a:pt x="7689" y="4112"/>
                </a:lnTo>
                <a:lnTo>
                  <a:pt x="7689" y="4137"/>
                </a:lnTo>
                <a:lnTo>
                  <a:pt x="7689" y="4161"/>
                </a:lnTo>
                <a:lnTo>
                  <a:pt x="7689" y="4307"/>
                </a:lnTo>
                <a:lnTo>
                  <a:pt x="7738" y="4453"/>
                </a:lnTo>
                <a:lnTo>
                  <a:pt x="7786" y="4526"/>
                </a:lnTo>
                <a:lnTo>
                  <a:pt x="7859" y="4574"/>
                </a:lnTo>
                <a:lnTo>
                  <a:pt x="8030" y="4672"/>
                </a:lnTo>
                <a:lnTo>
                  <a:pt x="8176" y="4720"/>
                </a:lnTo>
                <a:lnTo>
                  <a:pt x="8297" y="4720"/>
                </a:lnTo>
                <a:lnTo>
                  <a:pt x="8395" y="4696"/>
                </a:lnTo>
                <a:lnTo>
                  <a:pt x="8492" y="4672"/>
                </a:lnTo>
                <a:lnTo>
                  <a:pt x="8589" y="4599"/>
                </a:lnTo>
                <a:lnTo>
                  <a:pt x="8662" y="4526"/>
                </a:lnTo>
                <a:lnTo>
                  <a:pt x="8711" y="4429"/>
                </a:lnTo>
                <a:lnTo>
                  <a:pt x="8711" y="4307"/>
                </a:lnTo>
                <a:lnTo>
                  <a:pt x="8711" y="4185"/>
                </a:lnTo>
                <a:lnTo>
                  <a:pt x="8662" y="4064"/>
                </a:lnTo>
                <a:lnTo>
                  <a:pt x="8614" y="3942"/>
                </a:lnTo>
                <a:lnTo>
                  <a:pt x="8541" y="3845"/>
                </a:lnTo>
                <a:lnTo>
                  <a:pt x="8468" y="3772"/>
                </a:lnTo>
                <a:lnTo>
                  <a:pt x="8370" y="3723"/>
                </a:lnTo>
                <a:lnTo>
                  <a:pt x="8273" y="3699"/>
                </a:lnTo>
                <a:close/>
                <a:moveTo>
                  <a:pt x="9830" y="3966"/>
                </a:moveTo>
                <a:lnTo>
                  <a:pt x="9709" y="3991"/>
                </a:lnTo>
                <a:lnTo>
                  <a:pt x="9611" y="4064"/>
                </a:lnTo>
                <a:lnTo>
                  <a:pt x="9538" y="4161"/>
                </a:lnTo>
                <a:lnTo>
                  <a:pt x="9514" y="4258"/>
                </a:lnTo>
                <a:lnTo>
                  <a:pt x="9490" y="4356"/>
                </a:lnTo>
                <a:lnTo>
                  <a:pt x="9514" y="4453"/>
                </a:lnTo>
                <a:lnTo>
                  <a:pt x="9563" y="4574"/>
                </a:lnTo>
                <a:lnTo>
                  <a:pt x="9636" y="4647"/>
                </a:lnTo>
                <a:lnTo>
                  <a:pt x="9757" y="4720"/>
                </a:lnTo>
                <a:lnTo>
                  <a:pt x="9879" y="4745"/>
                </a:lnTo>
                <a:lnTo>
                  <a:pt x="10025" y="4696"/>
                </a:lnTo>
                <a:lnTo>
                  <a:pt x="10098" y="4672"/>
                </a:lnTo>
                <a:lnTo>
                  <a:pt x="10147" y="4623"/>
                </a:lnTo>
                <a:lnTo>
                  <a:pt x="10244" y="4502"/>
                </a:lnTo>
                <a:lnTo>
                  <a:pt x="10268" y="4429"/>
                </a:lnTo>
                <a:lnTo>
                  <a:pt x="10268" y="4356"/>
                </a:lnTo>
                <a:lnTo>
                  <a:pt x="10244" y="4234"/>
                </a:lnTo>
                <a:lnTo>
                  <a:pt x="10220" y="4161"/>
                </a:lnTo>
                <a:lnTo>
                  <a:pt x="10147" y="4064"/>
                </a:lnTo>
                <a:lnTo>
                  <a:pt x="10074" y="4015"/>
                </a:lnTo>
                <a:lnTo>
                  <a:pt x="9952" y="3966"/>
                </a:lnTo>
                <a:close/>
                <a:moveTo>
                  <a:pt x="9125" y="5572"/>
                </a:moveTo>
                <a:lnTo>
                  <a:pt x="9003" y="5596"/>
                </a:lnTo>
                <a:lnTo>
                  <a:pt x="8881" y="5669"/>
                </a:lnTo>
                <a:lnTo>
                  <a:pt x="8808" y="5791"/>
                </a:lnTo>
                <a:lnTo>
                  <a:pt x="8784" y="5913"/>
                </a:lnTo>
                <a:lnTo>
                  <a:pt x="8808" y="6034"/>
                </a:lnTo>
                <a:lnTo>
                  <a:pt x="8881" y="6156"/>
                </a:lnTo>
                <a:lnTo>
                  <a:pt x="9003" y="6229"/>
                </a:lnTo>
                <a:lnTo>
                  <a:pt x="9125" y="6253"/>
                </a:lnTo>
                <a:lnTo>
                  <a:pt x="9246" y="6229"/>
                </a:lnTo>
                <a:lnTo>
                  <a:pt x="9368" y="6156"/>
                </a:lnTo>
                <a:lnTo>
                  <a:pt x="9441" y="6034"/>
                </a:lnTo>
                <a:lnTo>
                  <a:pt x="9465" y="5913"/>
                </a:lnTo>
                <a:lnTo>
                  <a:pt x="9441" y="5791"/>
                </a:lnTo>
                <a:lnTo>
                  <a:pt x="9368" y="5669"/>
                </a:lnTo>
                <a:lnTo>
                  <a:pt x="9246" y="5596"/>
                </a:lnTo>
                <a:lnTo>
                  <a:pt x="9125" y="5572"/>
                </a:lnTo>
                <a:close/>
                <a:moveTo>
                  <a:pt x="5013" y="9441"/>
                </a:moveTo>
                <a:lnTo>
                  <a:pt x="4842" y="9538"/>
                </a:lnTo>
                <a:lnTo>
                  <a:pt x="4672" y="9684"/>
                </a:lnTo>
                <a:lnTo>
                  <a:pt x="4502" y="9855"/>
                </a:lnTo>
                <a:lnTo>
                  <a:pt x="4356" y="10025"/>
                </a:lnTo>
                <a:lnTo>
                  <a:pt x="4112" y="10414"/>
                </a:lnTo>
                <a:lnTo>
                  <a:pt x="3918" y="10779"/>
                </a:lnTo>
                <a:lnTo>
                  <a:pt x="3723" y="11144"/>
                </a:lnTo>
                <a:lnTo>
                  <a:pt x="3650" y="11363"/>
                </a:lnTo>
                <a:lnTo>
                  <a:pt x="3553" y="11582"/>
                </a:lnTo>
                <a:lnTo>
                  <a:pt x="3504" y="11826"/>
                </a:lnTo>
                <a:lnTo>
                  <a:pt x="3480" y="12045"/>
                </a:lnTo>
                <a:lnTo>
                  <a:pt x="3480" y="12239"/>
                </a:lnTo>
                <a:lnTo>
                  <a:pt x="3528" y="12337"/>
                </a:lnTo>
                <a:lnTo>
                  <a:pt x="3577" y="12410"/>
                </a:lnTo>
                <a:lnTo>
                  <a:pt x="3601" y="12434"/>
                </a:lnTo>
                <a:lnTo>
                  <a:pt x="3626" y="12458"/>
                </a:lnTo>
                <a:lnTo>
                  <a:pt x="3650" y="12434"/>
                </a:lnTo>
                <a:lnTo>
                  <a:pt x="3674" y="12410"/>
                </a:lnTo>
                <a:lnTo>
                  <a:pt x="3747" y="12288"/>
                </a:lnTo>
                <a:lnTo>
                  <a:pt x="3772" y="12166"/>
                </a:lnTo>
                <a:lnTo>
                  <a:pt x="3820" y="11874"/>
                </a:lnTo>
                <a:lnTo>
                  <a:pt x="3869" y="11631"/>
                </a:lnTo>
                <a:lnTo>
                  <a:pt x="3966" y="11388"/>
                </a:lnTo>
                <a:lnTo>
                  <a:pt x="4137" y="10925"/>
                </a:lnTo>
                <a:lnTo>
                  <a:pt x="4331" y="10536"/>
                </a:lnTo>
                <a:lnTo>
                  <a:pt x="4575" y="10171"/>
                </a:lnTo>
                <a:lnTo>
                  <a:pt x="4818" y="9830"/>
                </a:lnTo>
                <a:lnTo>
                  <a:pt x="5061" y="9490"/>
                </a:lnTo>
                <a:lnTo>
                  <a:pt x="5061" y="9465"/>
                </a:lnTo>
                <a:lnTo>
                  <a:pt x="5061" y="9441"/>
                </a:lnTo>
                <a:close/>
                <a:moveTo>
                  <a:pt x="9003" y="2287"/>
                </a:moveTo>
                <a:lnTo>
                  <a:pt x="9319" y="2312"/>
                </a:lnTo>
                <a:lnTo>
                  <a:pt x="9611" y="2360"/>
                </a:lnTo>
                <a:lnTo>
                  <a:pt x="9928" y="2409"/>
                </a:lnTo>
                <a:lnTo>
                  <a:pt x="10220" y="2482"/>
                </a:lnTo>
                <a:lnTo>
                  <a:pt x="10512" y="2579"/>
                </a:lnTo>
                <a:lnTo>
                  <a:pt x="10804" y="2677"/>
                </a:lnTo>
                <a:lnTo>
                  <a:pt x="11071" y="2798"/>
                </a:lnTo>
                <a:lnTo>
                  <a:pt x="11339" y="2944"/>
                </a:lnTo>
                <a:lnTo>
                  <a:pt x="11582" y="3066"/>
                </a:lnTo>
                <a:lnTo>
                  <a:pt x="11826" y="3236"/>
                </a:lnTo>
                <a:lnTo>
                  <a:pt x="12020" y="3382"/>
                </a:lnTo>
                <a:lnTo>
                  <a:pt x="12215" y="3577"/>
                </a:lnTo>
                <a:lnTo>
                  <a:pt x="12580" y="3966"/>
                </a:lnTo>
                <a:lnTo>
                  <a:pt x="12921" y="4380"/>
                </a:lnTo>
                <a:lnTo>
                  <a:pt x="12410" y="5012"/>
                </a:lnTo>
                <a:lnTo>
                  <a:pt x="11874" y="5596"/>
                </a:lnTo>
                <a:lnTo>
                  <a:pt x="11339" y="6180"/>
                </a:lnTo>
                <a:lnTo>
                  <a:pt x="10804" y="6764"/>
                </a:lnTo>
                <a:lnTo>
                  <a:pt x="9684" y="7908"/>
                </a:lnTo>
                <a:lnTo>
                  <a:pt x="9149" y="8492"/>
                </a:lnTo>
                <a:lnTo>
                  <a:pt x="8614" y="9076"/>
                </a:lnTo>
                <a:lnTo>
                  <a:pt x="6667" y="11217"/>
                </a:lnTo>
                <a:lnTo>
                  <a:pt x="6302" y="11631"/>
                </a:lnTo>
                <a:lnTo>
                  <a:pt x="5889" y="12045"/>
                </a:lnTo>
                <a:lnTo>
                  <a:pt x="5499" y="12410"/>
                </a:lnTo>
                <a:lnTo>
                  <a:pt x="5061" y="12774"/>
                </a:lnTo>
                <a:lnTo>
                  <a:pt x="5061" y="12774"/>
                </a:lnTo>
                <a:lnTo>
                  <a:pt x="5110" y="12677"/>
                </a:lnTo>
                <a:lnTo>
                  <a:pt x="5329" y="12166"/>
                </a:lnTo>
                <a:lnTo>
                  <a:pt x="5572" y="11631"/>
                </a:lnTo>
                <a:lnTo>
                  <a:pt x="5597" y="11582"/>
                </a:lnTo>
                <a:lnTo>
                  <a:pt x="5548" y="11558"/>
                </a:lnTo>
                <a:lnTo>
                  <a:pt x="5499" y="11534"/>
                </a:lnTo>
                <a:lnTo>
                  <a:pt x="5475" y="11582"/>
                </a:lnTo>
                <a:lnTo>
                  <a:pt x="5183" y="11996"/>
                </a:lnTo>
                <a:lnTo>
                  <a:pt x="4915" y="12434"/>
                </a:lnTo>
                <a:lnTo>
                  <a:pt x="4745" y="12750"/>
                </a:lnTo>
                <a:lnTo>
                  <a:pt x="4648" y="12920"/>
                </a:lnTo>
                <a:lnTo>
                  <a:pt x="4599" y="13091"/>
                </a:lnTo>
                <a:lnTo>
                  <a:pt x="4477" y="13188"/>
                </a:lnTo>
                <a:lnTo>
                  <a:pt x="4404" y="13115"/>
                </a:lnTo>
                <a:lnTo>
                  <a:pt x="4258" y="13042"/>
                </a:lnTo>
                <a:lnTo>
                  <a:pt x="4331" y="12750"/>
                </a:lnTo>
                <a:lnTo>
                  <a:pt x="4404" y="12507"/>
                </a:lnTo>
                <a:lnTo>
                  <a:pt x="4526" y="12264"/>
                </a:lnTo>
                <a:lnTo>
                  <a:pt x="4769" y="11801"/>
                </a:lnTo>
                <a:lnTo>
                  <a:pt x="5232" y="11071"/>
                </a:lnTo>
                <a:lnTo>
                  <a:pt x="5694" y="10366"/>
                </a:lnTo>
                <a:lnTo>
                  <a:pt x="5718" y="10341"/>
                </a:lnTo>
                <a:lnTo>
                  <a:pt x="5694" y="10317"/>
                </a:lnTo>
                <a:lnTo>
                  <a:pt x="5670" y="10293"/>
                </a:lnTo>
                <a:lnTo>
                  <a:pt x="5645" y="10317"/>
                </a:lnTo>
                <a:lnTo>
                  <a:pt x="5037" y="11047"/>
                </a:lnTo>
                <a:lnTo>
                  <a:pt x="4745" y="11412"/>
                </a:lnTo>
                <a:lnTo>
                  <a:pt x="4477" y="11801"/>
                </a:lnTo>
                <a:lnTo>
                  <a:pt x="4331" y="12020"/>
                </a:lnTo>
                <a:lnTo>
                  <a:pt x="4185" y="12288"/>
                </a:lnTo>
                <a:lnTo>
                  <a:pt x="4064" y="12556"/>
                </a:lnTo>
                <a:lnTo>
                  <a:pt x="3966" y="12847"/>
                </a:lnTo>
                <a:lnTo>
                  <a:pt x="3674" y="12604"/>
                </a:lnTo>
                <a:lnTo>
                  <a:pt x="3407" y="12312"/>
                </a:lnTo>
                <a:lnTo>
                  <a:pt x="3188" y="11996"/>
                </a:lnTo>
                <a:lnTo>
                  <a:pt x="2969" y="11655"/>
                </a:lnTo>
                <a:lnTo>
                  <a:pt x="3066" y="11436"/>
                </a:lnTo>
                <a:lnTo>
                  <a:pt x="3139" y="11193"/>
                </a:lnTo>
                <a:lnTo>
                  <a:pt x="3236" y="10950"/>
                </a:lnTo>
                <a:lnTo>
                  <a:pt x="3358" y="10706"/>
                </a:lnTo>
                <a:lnTo>
                  <a:pt x="3626" y="10220"/>
                </a:lnTo>
                <a:lnTo>
                  <a:pt x="3869" y="9782"/>
                </a:lnTo>
                <a:lnTo>
                  <a:pt x="4161" y="9368"/>
                </a:lnTo>
                <a:lnTo>
                  <a:pt x="4453" y="8954"/>
                </a:lnTo>
                <a:lnTo>
                  <a:pt x="4769" y="8565"/>
                </a:lnTo>
                <a:lnTo>
                  <a:pt x="4794" y="8541"/>
                </a:lnTo>
                <a:lnTo>
                  <a:pt x="4769" y="8516"/>
                </a:lnTo>
                <a:lnTo>
                  <a:pt x="4745" y="8492"/>
                </a:lnTo>
                <a:lnTo>
                  <a:pt x="4721" y="8492"/>
                </a:lnTo>
                <a:lnTo>
                  <a:pt x="4331" y="8808"/>
                </a:lnTo>
                <a:lnTo>
                  <a:pt x="3991" y="9149"/>
                </a:lnTo>
                <a:lnTo>
                  <a:pt x="3699" y="9514"/>
                </a:lnTo>
                <a:lnTo>
                  <a:pt x="3407" y="9928"/>
                </a:lnTo>
                <a:lnTo>
                  <a:pt x="3236" y="10195"/>
                </a:lnTo>
                <a:lnTo>
                  <a:pt x="3042" y="10512"/>
                </a:lnTo>
                <a:lnTo>
                  <a:pt x="2871" y="10852"/>
                </a:lnTo>
                <a:lnTo>
                  <a:pt x="2798" y="11047"/>
                </a:lnTo>
                <a:lnTo>
                  <a:pt x="2750" y="11217"/>
                </a:lnTo>
                <a:lnTo>
                  <a:pt x="2579" y="10852"/>
                </a:lnTo>
                <a:lnTo>
                  <a:pt x="2458" y="10487"/>
                </a:lnTo>
                <a:lnTo>
                  <a:pt x="2579" y="10341"/>
                </a:lnTo>
                <a:lnTo>
                  <a:pt x="2652" y="10195"/>
                </a:lnTo>
                <a:lnTo>
                  <a:pt x="2798" y="9830"/>
                </a:lnTo>
                <a:lnTo>
                  <a:pt x="3236" y="8954"/>
                </a:lnTo>
                <a:lnTo>
                  <a:pt x="3455" y="8565"/>
                </a:lnTo>
                <a:lnTo>
                  <a:pt x="3699" y="8200"/>
                </a:lnTo>
                <a:lnTo>
                  <a:pt x="3966" y="7835"/>
                </a:lnTo>
                <a:lnTo>
                  <a:pt x="4185" y="7446"/>
                </a:lnTo>
                <a:lnTo>
                  <a:pt x="4210" y="7421"/>
                </a:lnTo>
                <a:lnTo>
                  <a:pt x="4185" y="7397"/>
                </a:lnTo>
                <a:lnTo>
                  <a:pt x="4161" y="7373"/>
                </a:lnTo>
                <a:lnTo>
                  <a:pt x="4137" y="7397"/>
                </a:lnTo>
                <a:lnTo>
                  <a:pt x="3966" y="7494"/>
                </a:lnTo>
                <a:lnTo>
                  <a:pt x="3820" y="7640"/>
                </a:lnTo>
                <a:lnTo>
                  <a:pt x="3674" y="7786"/>
                </a:lnTo>
                <a:lnTo>
                  <a:pt x="3528" y="7957"/>
                </a:lnTo>
                <a:lnTo>
                  <a:pt x="3285" y="8346"/>
                </a:lnTo>
                <a:lnTo>
                  <a:pt x="3066" y="8687"/>
                </a:lnTo>
                <a:lnTo>
                  <a:pt x="2798" y="9198"/>
                </a:lnTo>
                <a:lnTo>
                  <a:pt x="2555" y="9709"/>
                </a:lnTo>
                <a:lnTo>
                  <a:pt x="2458" y="9928"/>
                </a:lnTo>
                <a:lnTo>
                  <a:pt x="2360" y="10171"/>
                </a:lnTo>
                <a:lnTo>
                  <a:pt x="2239" y="9757"/>
                </a:lnTo>
                <a:lnTo>
                  <a:pt x="2166" y="9368"/>
                </a:lnTo>
                <a:lnTo>
                  <a:pt x="2239" y="9173"/>
                </a:lnTo>
                <a:lnTo>
                  <a:pt x="2385" y="8833"/>
                </a:lnTo>
                <a:lnTo>
                  <a:pt x="2555" y="8492"/>
                </a:lnTo>
                <a:lnTo>
                  <a:pt x="2725" y="8176"/>
                </a:lnTo>
                <a:lnTo>
                  <a:pt x="2920" y="7859"/>
                </a:lnTo>
                <a:lnTo>
                  <a:pt x="3309" y="7300"/>
                </a:lnTo>
                <a:lnTo>
                  <a:pt x="3528" y="7056"/>
                </a:lnTo>
                <a:lnTo>
                  <a:pt x="3747" y="6789"/>
                </a:lnTo>
                <a:lnTo>
                  <a:pt x="3893" y="6667"/>
                </a:lnTo>
                <a:lnTo>
                  <a:pt x="4088" y="6545"/>
                </a:lnTo>
                <a:lnTo>
                  <a:pt x="4234" y="6399"/>
                </a:lnTo>
                <a:lnTo>
                  <a:pt x="4380" y="6253"/>
                </a:lnTo>
                <a:lnTo>
                  <a:pt x="4356" y="6229"/>
                </a:lnTo>
                <a:lnTo>
                  <a:pt x="4283" y="6205"/>
                </a:lnTo>
                <a:lnTo>
                  <a:pt x="4185" y="6180"/>
                </a:lnTo>
                <a:lnTo>
                  <a:pt x="4064" y="6229"/>
                </a:lnTo>
                <a:lnTo>
                  <a:pt x="3942" y="6278"/>
                </a:lnTo>
                <a:lnTo>
                  <a:pt x="3820" y="6375"/>
                </a:lnTo>
                <a:lnTo>
                  <a:pt x="3699" y="6472"/>
                </a:lnTo>
                <a:lnTo>
                  <a:pt x="3455" y="6716"/>
                </a:lnTo>
                <a:lnTo>
                  <a:pt x="3236" y="6983"/>
                </a:lnTo>
                <a:lnTo>
                  <a:pt x="3017" y="7251"/>
                </a:lnTo>
                <a:lnTo>
                  <a:pt x="2750" y="7640"/>
                </a:lnTo>
                <a:lnTo>
                  <a:pt x="2579" y="7908"/>
                </a:lnTo>
                <a:lnTo>
                  <a:pt x="2409" y="8176"/>
                </a:lnTo>
                <a:lnTo>
                  <a:pt x="2239" y="8468"/>
                </a:lnTo>
                <a:lnTo>
                  <a:pt x="2093" y="8784"/>
                </a:lnTo>
                <a:lnTo>
                  <a:pt x="2093" y="8565"/>
                </a:lnTo>
                <a:lnTo>
                  <a:pt x="2093" y="8224"/>
                </a:lnTo>
                <a:lnTo>
                  <a:pt x="2239" y="7835"/>
                </a:lnTo>
                <a:lnTo>
                  <a:pt x="2385" y="7567"/>
                </a:lnTo>
                <a:lnTo>
                  <a:pt x="2506" y="7324"/>
                </a:lnTo>
                <a:lnTo>
                  <a:pt x="2823" y="6837"/>
                </a:lnTo>
                <a:lnTo>
                  <a:pt x="3139" y="6375"/>
                </a:lnTo>
                <a:lnTo>
                  <a:pt x="3309" y="6156"/>
                </a:lnTo>
                <a:lnTo>
                  <a:pt x="3504" y="5961"/>
                </a:lnTo>
                <a:lnTo>
                  <a:pt x="3723" y="5742"/>
                </a:lnTo>
                <a:lnTo>
                  <a:pt x="3942" y="5572"/>
                </a:lnTo>
                <a:lnTo>
                  <a:pt x="4161" y="5402"/>
                </a:lnTo>
                <a:lnTo>
                  <a:pt x="4404" y="5256"/>
                </a:lnTo>
                <a:lnTo>
                  <a:pt x="4429" y="5207"/>
                </a:lnTo>
                <a:lnTo>
                  <a:pt x="4429" y="5158"/>
                </a:lnTo>
                <a:lnTo>
                  <a:pt x="4380" y="5110"/>
                </a:lnTo>
                <a:lnTo>
                  <a:pt x="4331" y="5110"/>
                </a:lnTo>
                <a:lnTo>
                  <a:pt x="4088" y="5207"/>
                </a:lnTo>
                <a:lnTo>
                  <a:pt x="3845" y="5353"/>
                </a:lnTo>
                <a:lnTo>
                  <a:pt x="3626" y="5499"/>
                </a:lnTo>
                <a:lnTo>
                  <a:pt x="3431" y="5645"/>
                </a:lnTo>
                <a:lnTo>
                  <a:pt x="3236" y="5840"/>
                </a:lnTo>
                <a:lnTo>
                  <a:pt x="3042" y="6034"/>
                </a:lnTo>
                <a:lnTo>
                  <a:pt x="2701" y="6424"/>
                </a:lnTo>
                <a:lnTo>
                  <a:pt x="2409" y="6837"/>
                </a:lnTo>
                <a:lnTo>
                  <a:pt x="2166" y="7251"/>
                </a:lnTo>
                <a:lnTo>
                  <a:pt x="2239" y="6910"/>
                </a:lnTo>
                <a:lnTo>
                  <a:pt x="2312" y="6570"/>
                </a:lnTo>
                <a:lnTo>
                  <a:pt x="2409" y="6229"/>
                </a:lnTo>
                <a:lnTo>
                  <a:pt x="2531" y="5888"/>
                </a:lnTo>
                <a:lnTo>
                  <a:pt x="2774" y="5621"/>
                </a:lnTo>
                <a:lnTo>
                  <a:pt x="3042" y="5402"/>
                </a:lnTo>
                <a:lnTo>
                  <a:pt x="3626" y="4964"/>
                </a:lnTo>
                <a:lnTo>
                  <a:pt x="3650" y="4915"/>
                </a:lnTo>
                <a:lnTo>
                  <a:pt x="3650" y="4866"/>
                </a:lnTo>
                <a:lnTo>
                  <a:pt x="3626" y="4818"/>
                </a:lnTo>
                <a:lnTo>
                  <a:pt x="3407" y="4818"/>
                </a:lnTo>
                <a:lnTo>
                  <a:pt x="3261" y="4866"/>
                </a:lnTo>
                <a:lnTo>
                  <a:pt x="3090" y="4939"/>
                </a:lnTo>
                <a:lnTo>
                  <a:pt x="2944" y="5012"/>
                </a:lnTo>
                <a:lnTo>
                  <a:pt x="3236" y="4574"/>
                </a:lnTo>
                <a:lnTo>
                  <a:pt x="3577" y="4161"/>
                </a:lnTo>
                <a:lnTo>
                  <a:pt x="3747" y="3966"/>
                </a:lnTo>
                <a:lnTo>
                  <a:pt x="3942" y="3796"/>
                </a:lnTo>
                <a:lnTo>
                  <a:pt x="4137" y="3626"/>
                </a:lnTo>
                <a:lnTo>
                  <a:pt x="4356" y="3480"/>
                </a:lnTo>
                <a:lnTo>
                  <a:pt x="4623" y="3309"/>
                </a:lnTo>
                <a:lnTo>
                  <a:pt x="4867" y="3163"/>
                </a:lnTo>
                <a:lnTo>
                  <a:pt x="5426" y="2896"/>
                </a:lnTo>
                <a:lnTo>
                  <a:pt x="5986" y="2677"/>
                </a:lnTo>
                <a:lnTo>
                  <a:pt x="6594" y="2506"/>
                </a:lnTo>
                <a:lnTo>
                  <a:pt x="7178" y="2385"/>
                </a:lnTo>
                <a:lnTo>
                  <a:pt x="7786" y="2312"/>
                </a:lnTo>
                <a:lnTo>
                  <a:pt x="8419" y="2287"/>
                </a:lnTo>
                <a:close/>
                <a:moveTo>
                  <a:pt x="2506" y="11947"/>
                </a:moveTo>
                <a:lnTo>
                  <a:pt x="2798" y="12410"/>
                </a:lnTo>
                <a:lnTo>
                  <a:pt x="2969" y="12628"/>
                </a:lnTo>
                <a:lnTo>
                  <a:pt x="3139" y="12823"/>
                </a:lnTo>
                <a:lnTo>
                  <a:pt x="3334" y="12993"/>
                </a:lnTo>
                <a:lnTo>
                  <a:pt x="3528" y="13188"/>
                </a:lnTo>
                <a:lnTo>
                  <a:pt x="3723" y="13334"/>
                </a:lnTo>
                <a:lnTo>
                  <a:pt x="3918" y="13480"/>
                </a:lnTo>
                <a:lnTo>
                  <a:pt x="3528" y="13675"/>
                </a:lnTo>
                <a:lnTo>
                  <a:pt x="3309" y="13748"/>
                </a:lnTo>
                <a:lnTo>
                  <a:pt x="3090" y="13821"/>
                </a:lnTo>
                <a:lnTo>
                  <a:pt x="2871" y="13845"/>
                </a:lnTo>
                <a:lnTo>
                  <a:pt x="2677" y="13845"/>
                </a:lnTo>
                <a:lnTo>
                  <a:pt x="2506" y="13796"/>
                </a:lnTo>
                <a:lnTo>
                  <a:pt x="2409" y="13772"/>
                </a:lnTo>
                <a:lnTo>
                  <a:pt x="2336" y="13723"/>
                </a:lnTo>
                <a:lnTo>
                  <a:pt x="2239" y="13626"/>
                </a:lnTo>
                <a:lnTo>
                  <a:pt x="2190" y="13553"/>
                </a:lnTo>
                <a:lnTo>
                  <a:pt x="2141" y="13456"/>
                </a:lnTo>
                <a:lnTo>
                  <a:pt x="2117" y="13358"/>
                </a:lnTo>
                <a:lnTo>
                  <a:pt x="2117" y="13139"/>
                </a:lnTo>
                <a:lnTo>
                  <a:pt x="2166" y="12896"/>
                </a:lnTo>
                <a:lnTo>
                  <a:pt x="2239" y="12653"/>
                </a:lnTo>
                <a:lnTo>
                  <a:pt x="2336" y="12410"/>
                </a:lnTo>
                <a:lnTo>
                  <a:pt x="2506" y="11947"/>
                </a:lnTo>
                <a:close/>
                <a:moveTo>
                  <a:pt x="14064" y="6570"/>
                </a:moveTo>
                <a:lnTo>
                  <a:pt x="14113" y="6740"/>
                </a:lnTo>
                <a:lnTo>
                  <a:pt x="14162" y="6910"/>
                </a:lnTo>
                <a:lnTo>
                  <a:pt x="14210" y="7105"/>
                </a:lnTo>
                <a:lnTo>
                  <a:pt x="14235" y="7324"/>
                </a:lnTo>
                <a:lnTo>
                  <a:pt x="14235" y="7713"/>
                </a:lnTo>
                <a:lnTo>
                  <a:pt x="14235" y="8078"/>
                </a:lnTo>
                <a:lnTo>
                  <a:pt x="14235" y="8541"/>
                </a:lnTo>
                <a:lnTo>
                  <a:pt x="14210" y="9003"/>
                </a:lnTo>
                <a:lnTo>
                  <a:pt x="14162" y="9465"/>
                </a:lnTo>
                <a:lnTo>
                  <a:pt x="14064" y="9928"/>
                </a:lnTo>
                <a:lnTo>
                  <a:pt x="13943" y="10341"/>
                </a:lnTo>
                <a:lnTo>
                  <a:pt x="13797" y="10731"/>
                </a:lnTo>
                <a:lnTo>
                  <a:pt x="13602" y="11120"/>
                </a:lnTo>
                <a:lnTo>
                  <a:pt x="13383" y="11485"/>
                </a:lnTo>
                <a:lnTo>
                  <a:pt x="13140" y="11850"/>
                </a:lnTo>
                <a:lnTo>
                  <a:pt x="12848" y="12166"/>
                </a:lnTo>
                <a:lnTo>
                  <a:pt x="12556" y="12483"/>
                </a:lnTo>
                <a:lnTo>
                  <a:pt x="12239" y="12799"/>
                </a:lnTo>
                <a:lnTo>
                  <a:pt x="12191" y="12726"/>
                </a:lnTo>
                <a:lnTo>
                  <a:pt x="12142" y="12701"/>
                </a:lnTo>
                <a:lnTo>
                  <a:pt x="12020" y="12628"/>
                </a:lnTo>
                <a:lnTo>
                  <a:pt x="11972" y="12628"/>
                </a:lnTo>
                <a:lnTo>
                  <a:pt x="11947" y="12653"/>
                </a:lnTo>
                <a:lnTo>
                  <a:pt x="11947" y="12677"/>
                </a:lnTo>
                <a:lnTo>
                  <a:pt x="11947" y="12726"/>
                </a:lnTo>
                <a:lnTo>
                  <a:pt x="11996" y="12774"/>
                </a:lnTo>
                <a:lnTo>
                  <a:pt x="12020" y="12823"/>
                </a:lnTo>
                <a:lnTo>
                  <a:pt x="12045" y="12969"/>
                </a:lnTo>
                <a:lnTo>
                  <a:pt x="11680" y="13237"/>
                </a:lnTo>
                <a:lnTo>
                  <a:pt x="11582" y="13018"/>
                </a:lnTo>
                <a:lnTo>
                  <a:pt x="11558" y="12896"/>
                </a:lnTo>
                <a:lnTo>
                  <a:pt x="11534" y="12774"/>
                </a:lnTo>
                <a:lnTo>
                  <a:pt x="11509" y="12726"/>
                </a:lnTo>
                <a:lnTo>
                  <a:pt x="11461" y="12701"/>
                </a:lnTo>
                <a:lnTo>
                  <a:pt x="11412" y="12726"/>
                </a:lnTo>
                <a:lnTo>
                  <a:pt x="11388" y="12774"/>
                </a:lnTo>
                <a:lnTo>
                  <a:pt x="11363" y="13115"/>
                </a:lnTo>
                <a:lnTo>
                  <a:pt x="11363" y="13285"/>
                </a:lnTo>
                <a:lnTo>
                  <a:pt x="11388" y="13431"/>
                </a:lnTo>
                <a:lnTo>
                  <a:pt x="11266" y="13529"/>
                </a:lnTo>
                <a:lnTo>
                  <a:pt x="11096" y="13626"/>
                </a:lnTo>
                <a:lnTo>
                  <a:pt x="11023" y="13310"/>
                </a:lnTo>
                <a:lnTo>
                  <a:pt x="10925" y="12993"/>
                </a:lnTo>
                <a:lnTo>
                  <a:pt x="10877" y="12969"/>
                </a:lnTo>
                <a:lnTo>
                  <a:pt x="10828" y="12993"/>
                </a:lnTo>
                <a:lnTo>
                  <a:pt x="10779" y="13188"/>
                </a:lnTo>
                <a:lnTo>
                  <a:pt x="10779" y="13383"/>
                </a:lnTo>
                <a:lnTo>
                  <a:pt x="10804" y="13577"/>
                </a:lnTo>
                <a:lnTo>
                  <a:pt x="10852" y="13772"/>
                </a:lnTo>
                <a:lnTo>
                  <a:pt x="10487" y="13918"/>
                </a:lnTo>
                <a:lnTo>
                  <a:pt x="10487" y="13821"/>
                </a:lnTo>
                <a:lnTo>
                  <a:pt x="10463" y="13480"/>
                </a:lnTo>
                <a:lnTo>
                  <a:pt x="10439" y="13310"/>
                </a:lnTo>
                <a:lnTo>
                  <a:pt x="10414" y="13139"/>
                </a:lnTo>
                <a:lnTo>
                  <a:pt x="10390" y="13091"/>
                </a:lnTo>
                <a:lnTo>
                  <a:pt x="10293" y="13091"/>
                </a:lnTo>
                <a:lnTo>
                  <a:pt x="10268" y="13139"/>
                </a:lnTo>
                <a:lnTo>
                  <a:pt x="10195" y="13480"/>
                </a:lnTo>
                <a:lnTo>
                  <a:pt x="10195" y="13821"/>
                </a:lnTo>
                <a:lnTo>
                  <a:pt x="10171" y="14040"/>
                </a:lnTo>
                <a:lnTo>
                  <a:pt x="9782" y="14186"/>
                </a:lnTo>
                <a:lnTo>
                  <a:pt x="9806" y="13845"/>
                </a:lnTo>
                <a:lnTo>
                  <a:pt x="9879" y="13504"/>
                </a:lnTo>
                <a:lnTo>
                  <a:pt x="9928" y="13164"/>
                </a:lnTo>
                <a:lnTo>
                  <a:pt x="9952" y="12823"/>
                </a:lnTo>
                <a:lnTo>
                  <a:pt x="9952" y="12774"/>
                </a:lnTo>
                <a:lnTo>
                  <a:pt x="9928" y="12750"/>
                </a:lnTo>
                <a:lnTo>
                  <a:pt x="9879" y="12726"/>
                </a:lnTo>
                <a:lnTo>
                  <a:pt x="9806" y="12750"/>
                </a:lnTo>
                <a:lnTo>
                  <a:pt x="9757" y="12799"/>
                </a:lnTo>
                <a:lnTo>
                  <a:pt x="9636" y="13139"/>
                </a:lnTo>
                <a:lnTo>
                  <a:pt x="9490" y="13504"/>
                </a:lnTo>
                <a:lnTo>
                  <a:pt x="9417" y="13894"/>
                </a:lnTo>
                <a:lnTo>
                  <a:pt x="9392" y="14088"/>
                </a:lnTo>
                <a:lnTo>
                  <a:pt x="9368" y="14283"/>
                </a:lnTo>
                <a:lnTo>
                  <a:pt x="9125" y="14332"/>
                </a:lnTo>
                <a:lnTo>
                  <a:pt x="9125" y="14064"/>
                </a:lnTo>
                <a:lnTo>
                  <a:pt x="9149" y="13821"/>
                </a:lnTo>
                <a:lnTo>
                  <a:pt x="9173" y="13431"/>
                </a:lnTo>
                <a:lnTo>
                  <a:pt x="9222" y="13237"/>
                </a:lnTo>
                <a:lnTo>
                  <a:pt x="9246" y="13139"/>
                </a:lnTo>
                <a:lnTo>
                  <a:pt x="9295" y="13091"/>
                </a:lnTo>
                <a:lnTo>
                  <a:pt x="9295" y="13066"/>
                </a:lnTo>
                <a:lnTo>
                  <a:pt x="9295" y="13042"/>
                </a:lnTo>
                <a:lnTo>
                  <a:pt x="9246" y="13042"/>
                </a:lnTo>
                <a:lnTo>
                  <a:pt x="9173" y="13091"/>
                </a:lnTo>
                <a:lnTo>
                  <a:pt x="9125" y="13139"/>
                </a:lnTo>
                <a:lnTo>
                  <a:pt x="9027" y="13310"/>
                </a:lnTo>
                <a:lnTo>
                  <a:pt x="8954" y="13480"/>
                </a:lnTo>
                <a:lnTo>
                  <a:pt x="8906" y="13650"/>
                </a:lnTo>
                <a:lnTo>
                  <a:pt x="8808" y="13991"/>
                </a:lnTo>
                <a:lnTo>
                  <a:pt x="8784" y="14210"/>
                </a:lnTo>
                <a:lnTo>
                  <a:pt x="8784" y="14405"/>
                </a:lnTo>
                <a:lnTo>
                  <a:pt x="8443" y="14453"/>
                </a:lnTo>
                <a:lnTo>
                  <a:pt x="8443" y="14332"/>
                </a:lnTo>
                <a:lnTo>
                  <a:pt x="8492" y="13894"/>
                </a:lnTo>
                <a:lnTo>
                  <a:pt x="8589" y="13456"/>
                </a:lnTo>
                <a:lnTo>
                  <a:pt x="8735" y="13042"/>
                </a:lnTo>
                <a:lnTo>
                  <a:pt x="8833" y="12847"/>
                </a:lnTo>
                <a:lnTo>
                  <a:pt x="8930" y="12653"/>
                </a:lnTo>
                <a:lnTo>
                  <a:pt x="8930" y="12628"/>
                </a:lnTo>
                <a:lnTo>
                  <a:pt x="8906" y="12580"/>
                </a:lnTo>
                <a:lnTo>
                  <a:pt x="8881" y="12580"/>
                </a:lnTo>
                <a:lnTo>
                  <a:pt x="8857" y="12604"/>
                </a:lnTo>
                <a:lnTo>
                  <a:pt x="8687" y="12799"/>
                </a:lnTo>
                <a:lnTo>
                  <a:pt x="8516" y="12993"/>
                </a:lnTo>
                <a:lnTo>
                  <a:pt x="8395" y="13237"/>
                </a:lnTo>
                <a:lnTo>
                  <a:pt x="8297" y="13456"/>
                </a:lnTo>
                <a:lnTo>
                  <a:pt x="8200" y="13723"/>
                </a:lnTo>
                <a:lnTo>
                  <a:pt x="8127" y="13967"/>
                </a:lnTo>
                <a:lnTo>
                  <a:pt x="8103" y="14234"/>
                </a:lnTo>
                <a:lnTo>
                  <a:pt x="8078" y="14478"/>
                </a:lnTo>
                <a:lnTo>
                  <a:pt x="7762" y="14502"/>
                </a:lnTo>
                <a:lnTo>
                  <a:pt x="7811" y="14259"/>
                </a:lnTo>
                <a:lnTo>
                  <a:pt x="7859" y="14113"/>
                </a:lnTo>
                <a:lnTo>
                  <a:pt x="7908" y="13967"/>
                </a:lnTo>
                <a:lnTo>
                  <a:pt x="7957" y="13796"/>
                </a:lnTo>
                <a:lnTo>
                  <a:pt x="7981" y="13650"/>
                </a:lnTo>
                <a:lnTo>
                  <a:pt x="7957" y="13602"/>
                </a:lnTo>
                <a:lnTo>
                  <a:pt x="7932" y="13577"/>
                </a:lnTo>
                <a:lnTo>
                  <a:pt x="7884" y="13577"/>
                </a:lnTo>
                <a:lnTo>
                  <a:pt x="7811" y="13626"/>
                </a:lnTo>
                <a:lnTo>
                  <a:pt x="7738" y="13699"/>
                </a:lnTo>
                <a:lnTo>
                  <a:pt x="7689" y="13772"/>
                </a:lnTo>
                <a:lnTo>
                  <a:pt x="7640" y="13869"/>
                </a:lnTo>
                <a:lnTo>
                  <a:pt x="7567" y="14064"/>
                </a:lnTo>
                <a:lnTo>
                  <a:pt x="7519" y="14259"/>
                </a:lnTo>
                <a:lnTo>
                  <a:pt x="7446" y="14526"/>
                </a:lnTo>
                <a:lnTo>
                  <a:pt x="7105" y="14526"/>
                </a:lnTo>
                <a:lnTo>
                  <a:pt x="7129" y="14380"/>
                </a:lnTo>
                <a:lnTo>
                  <a:pt x="7178" y="14210"/>
                </a:lnTo>
                <a:lnTo>
                  <a:pt x="7300" y="13894"/>
                </a:lnTo>
                <a:lnTo>
                  <a:pt x="7421" y="13577"/>
                </a:lnTo>
                <a:lnTo>
                  <a:pt x="7421" y="13529"/>
                </a:lnTo>
                <a:lnTo>
                  <a:pt x="7397" y="13504"/>
                </a:lnTo>
                <a:lnTo>
                  <a:pt x="7324" y="13504"/>
                </a:lnTo>
                <a:lnTo>
                  <a:pt x="7154" y="13650"/>
                </a:lnTo>
                <a:lnTo>
                  <a:pt x="7008" y="13821"/>
                </a:lnTo>
                <a:lnTo>
                  <a:pt x="6886" y="13991"/>
                </a:lnTo>
                <a:lnTo>
                  <a:pt x="6789" y="14210"/>
                </a:lnTo>
                <a:lnTo>
                  <a:pt x="6740" y="14332"/>
                </a:lnTo>
                <a:lnTo>
                  <a:pt x="6716" y="14502"/>
                </a:lnTo>
                <a:lnTo>
                  <a:pt x="6497" y="14453"/>
                </a:lnTo>
                <a:lnTo>
                  <a:pt x="6302" y="14380"/>
                </a:lnTo>
                <a:lnTo>
                  <a:pt x="5889" y="14210"/>
                </a:lnTo>
                <a:lnTo>
                  <a:pt x="7008" y="13358"/>
                </a:lnTo>
                <a:lnTo>
                  <a:pt x="8078" y="12458"/>
                </a:lnTo>
                <a:lnTo>
                  <a:pt x="8881" y="11777"/>
                </a:lnTo>
                <a:lnTo>
                  <a:pt x="9271" y="11436"/>
                </a:lnTo>
                <a:lnTo>
                  <a:pt x="9684" y="11120"/>
                </a:lnTo>
                <a:lnTo>
                  <a:pt x="10463" y="10512"/>
                </a:lnTo>
                <a:lnTo>
                  <a:pt x="10828" y="10195"/>
                </a:lnTo>
                <a:lnTo>
                  <a:pt x="11193" y="9855"/>
                </a:lnTo>
                <a:lnTo>
                  <a:pt x="11388" y="9636"/>
                </a:lnTo>
                <a:lnTo>
                  <a:pt x="11582" y="9417"/>
                </a:lnTo>
                <a:lnTo>
                  <a:pt x="11923" y="8930"/>
                </a:lnTo>
                <a:lnTo>
                  <a:pt x="12264" y="8443"/>
                </a:lnTo>
                <a:lnTo>
                  <a:pt x="12434" y="8200"/>
                </a:lnTo>
                <a:lnTo>
                  <a:pt x="12629" y="7981"/>
                </a:lnTo>
                <a:lnTo>
                  <a:pt x="12969" y="7616"/>
                </a:lnTo>
                <a:lnTo>
                  <a:pt x="13334" y="7251"/>
                </a:lnTo>
                <a:lnTo>
                  <a:pt x="13699" y="6910"/>
                </a:lnTo>
                <a:lnTo>
                  <a:pt x="14064" y="6570"/>
                </a:lnTo>
                <a:close/>
                <a:moveTo>
                  <a:pt x="14356" y="1460"/>
                </a:moveTo>
                <a:lnTo>
                  <a:pt x="14575" y="1509"/>
                </a:lnTo>
                <a:lnTo>
                  <a:pt x="14721" y="1582"/>
                </a:lnTo>
                <a:lnTo>
                  <a:pt x="14843" y="1679"/>
                </a:lnTo>
                <a:lnTo>
                  <a:pt x="14916" y="1825"/>
                </a:lnTo>
                <a:lnTo>
                  <a:pt x="14964" y="1971"/>
                </a:lnTo>
                <a:lnTo>
                  <a:pt x="14989" y="2141"/>
                </a:lnTo>
                <a:lnTo>
                  <a:pt x="14964" y="2312"/>
                </a:lnTo>
                <a:lnTo>
                  <a:pt x="14940" y="2506"/>
                </a:lnTo>
                <a:lnTo>
                  <a:pt x="14867" y="2701"/>
                </a:lnTo>
                <a:lnTo>
                  <a:pt x="14721" y="3090"/>
                </a:lnTo>
                <a:lnTo>
                  <a:pt x="14551" y="3455"/>
                </a:lnTo>
                <a:lnTo>
                  <a:pt x="14381" y="3747"/>
                </a:lnTo>
                <a:lnTo>
                  <a:pt x="14162" y="4112"/>
                </a:lnTo>
                <a:lnTo>
                  <a:pt x="13918" y="4477"/>
                </a:lnTo>
                <a:lnTo>
                  <a:pt x="13432" y="5183"/>
                </a:lnTo>
                <a:lnTo>
                  <a:pt x="12385" y="6545"/>
                </a:lnTo>
                <a:lnTo>
                  <a:pt x="12045" y="7008"/>
                </a:lnTo>
                <a:lnTo>
                  <a:pt x="11704" y="7421"/>
                </a:lnTo>
                <a:lnTo>
                  <a:pt x="11339" y="7835"/>
                </a:lnTo>
                <a:lnTo>
                  <a:pt x="10950" y="8224"/>
                </a:lnTo>
                <a:lnTo>
                  <a:pt x="10560" y="8614"/>
                </a:lnTo>
                <a:lnTo>
                  <a:pt x="10171" y="9003"/>
                </a:lnTo>
                <a:lnTo>
                  <a:pt x="9319" y="9733"/>
                </a:lnTo>
                <a:lnTo>
                  <a:pt x="8565" y="10341"/>
                </a:lnTo>
                <a:lnTo>
                  <a:pt x="7835" y="10974"/>
                </a:lnTo>
                <a:lnTo>
                  <a:pt x="7129" y="11607"/>
                </a:lnTo>
                <a:lnTo>
                  <a:pt x="6789" y="11947"/>
                </a:lnTo>
                <a:lnTo>
                  <a:pt x="6448" y="12288"/>
                </a:lnTo>
                <a:lnTo>
                  <a:pt x="5791" y="12945"/>
                </a:lnTo>
                <a:lnTo>
                  <a:pt x="5134" y="13602"/>
                </a:lnTo>
                <a:lnTo>
                  <a:pt x="4794" y="13918"/>
                </a:lnTo>
                <a:lnTo>
                  <a:pt x="4429" y="14210"/>
                </a:lnTo>
                <a:lnTo>
                  <a:pt x="4064" y="14478"/>
                </a:lnTo>
                <a:lnTo>
                  <a:pt x="3674" y="14745"/>
                </a:lnTo>
                <a:lnTo>
                  <a:pt x="3431" y="14891"/>
                </a:lnTo>
                <a:lnTo>
                  <a:pt x="3115" y="15037"/>
                </a:lnTo>
                <a:lnTo>
                  <a:pt x="2750" y="15208"/>
                </a:lnTo>
                <a:lnTo>
                  <a:pt x="2360" y="15305"/>
                </a:lnTo>
                <a:lnTo>
                  <a:pt x="2166" y="15354"/>
                </a:lnTo>
                <a:lnTo>
                  <a:pt x="1971" y="15378"/>
                </a:lnTo>
                <a:lnTo>
                  <a:pt x="1776" y="15402"/>
                </a:lnTo>
                <a:lnTo>
                  <a:pt x="1606" y="15378"/>
                </a:lnTo>
                <a:lnTo>
                  <a:pt x="1460" y="15329"/>
                </a:lnTo>
                <a:lnTo>
                  <a:pt x="1314" y="15256"/>
                </a:lnTo>
                <a:lnTo>
                  <a:pt x="1192" y="15159"/>
                </a:lnTo>
                <a:lnTo>
                  <a:pt x="1095" y="15037"/>
                </a:lnTo>
                <a:lnTo>
                  <a:pt x="1022" y="14867"/>
                </a:lnTo>
                <a:lnTo>
                  <a:pt x="973" y="14672"/>
                </a:lnTo>
                <a:lnTo>
                  <a:pt x="973" y="14478"/>
                </a:lnTo>
                <a:lnTo>
                  <a:pt x="973" y="14283"/>
                </a:lnTo>
                <a:lnTo>
                  <a:pt x="998" y="14064"/>
                </a:lnTo>
                <a:lnTo>
                  <a:pt x="1046" y="13869"/>
                </a:lnTo>
                <a:lnTo>
                  <a:pt x="1168" y="13456"/>
                </a:lnTo>
                <a:lnTo>
                  <a:pt x="1752" y="12288"/>
                </a:lnTo>
                <a:lnTo>
                  <a:pt x="2020" y="11753"/>
                </a:lnTo>
                <a:lnTo>
                  <a:pt x="2141" y="11558"/>
                </a:lnTo>
                <a:lnTo>
                  <a:pt x="2190" y="11485"/>
                </a:lnTo>
                <a:lnTo>
                  <a:pt x="2239" y="11436"/>
                </a:lnTo>
                <a:lnTo>
                  <a:pt x="2287" y="11534"/>
                </a:lnTo>
                <a:lnTo>
                  <a:pt x="2263" y="11558"/>
                </a:lnTo>
                <a:lnTo>
                  <a:pt x="1995" y="12118"/>
                </a:lnTo>
                <a:lnTo>
                  <a:pt x="1874" y="12410"/>
                </a:lnTo>
                <a:lnTo>
                  <a:pt x="1776" y="12701"/>
                </a:lnTo>
                <a:lnTo>
                  <a:pt x="1703" y="12993"/>
                </a:lnTo>
                <a:lnTo>
                  <a:pt x="1703" y="13139"/>
                </a:lnTo>
                <a:lnTo>
                  <a:pt x="1703" y="13285"/>
                </a:lnTo>
                <a:lnTo>
                  <a:pt x="1703" y="13431"/>
                </a:lnTo>
                <a:lnTo>
                  <a:pt x="1728" y="13577"/>
                </a:lnTo>
                <a:lnTo>
                  <a:pt x="1776" y="13723"/>
                </a:lnTo>
                <a:lnTo>
                  <a:pt x="1849" y="13869"/>
                </a:lnTo>
                <a:lnTo>
                  <a:pt x="1922" y="13967"/>
                </a:lnTo>
                <a:lnTo>
                  <a:pt x="2020" y="14064"/>
                </a:lnTo>
                <a:lnTo>
                  <a:pt x="2117" y="14137"/>
                </a:lnTo>
                <a:lnTo>
                  <a:pt x="2214" y="14210"/>
                </a:lnTo>
                <a:lnTo>
                  <a:pt x="2336" y="14234"/>
                </a:lnTo>
                <a:lnTo>
                  <a:pt x="2458" y="14283"/>
                </a:lnTo>
                <a:lnTo>
                  <a:pt x="2701" y="14283"/>
                </a:lnTo>
                <a:lnTo>
                  <a:pt x="2969" y="14259"/>
                </a:lnTo>
                <a:lnTo>
                  <a:pt x="3236" y="14210"/>
                </a:lnTo>
                <a:lnTo>
                  <a:pt x="3480" y="14137"/>
                </a:lnTo>
                <a:lnTo>
                  <a:pt x="3674" y="14040"/>
                </a:lnTo>
                <a:lnTo>
                  <a:pt x="4064" y="13869"/>
                </a:lnTo>
                <a:lnTo>
                  <a:pt x="4404" y="13650"/>
                </a:lnTo>
                <a:lnTo>
                  <a:pt x="4745" y="13407"/>
                </a:lnTo>
                <a:lnTo>
                  <a:pt x="5086" y="13139"/>
                </a:lnTo>
                <a:lnTo>
                  <a:pt x="5718" y="12580"/>
                </a:lnTo>
                <a:lnTo>
                  <a:pt x="6351" y="12020"/>
                </a:lnTo>
                <a:lnTo>
                  <a:pt x="7056" y="11315"/>
                </a:lnTo>
                <a:lnTo>
                  <a:pt x="7762" y="10585"/>
                </a:lnTo>
                <a:lnTo>
                  <a:pt x="8443" y="9855"/>
                </a:lnTo>
                <a:lnTo>
                  <a:pt x="9149" y="9125"/>
                </a:lnTo>
                <a:lnTo>
                  <a:pt x="10585" y="7665"/>
                </a:lnTo>
                <a:lnTo>
                  <a:pt x="11315" y="6910"/>
                </a:lnTo>
                <a:lnTo>
                  <a:pt x="12045" y="6180"/>
                </a:lnTo>
                <a:lnTo>
                  <a:pt x="12580" y="5596"/>
                </a:lnTo>
                <a:lnTo>
                  <a:pt x="13091" y="4988"/>
                </a:lnTo>
                <a:lnTo>
                  <a:pt x="13334" y="4672"/>
                </a:lnTo>
                <a:lnTo>
                  <a:pt x="13553" y="4356"/>
                </a:lnTo>
                <a:lnTo>
                  <a:pt x="13772" y="4015"/>
                </a:lnTo>
                <a:lnTo>
                  <a:pt x="13943" y="3674"/>
                </a:lnTo>
                <a:lnTo>
                  <a:pt x="14040" y="3407"/>
                </a:lnTo>
                <a:lnTo>
                  <a:pt x="14113" y="3163"/>
                </a:lnTo>
                <a:lnTo>
                  <a:pt x="14162" y="2896"/>
                </a:lnTo>
                <a:lnTo>
                  <a:pt x="14186" y="2628"/>
                </a:lnTo>
                <a:lnTo>
                  <a:pt x="14137" y="2385"/>
                </a:lnTo>
                <a:lnTo>
                  <a:pt x="14089" y="2263"/>
                </a:lnTo>
                <a:lnTo>
                  <a:pt x="14040" y="2141"/>
                </a:lnTo>
                <a:lnTo>
                  <a:pt x="13967" y="2044"/>
                </a:lnTo>
                <a:lnTo>
                  <a:pt x="13894" y="1947"/>
                </a:lnTo>
                <a:lnTo>
                  <a:pt x="13772" y="1849"/>
                </a:lnTo>
                <a:lnTo>
                  <a:pt x="13651" y="1776"/>
                </a:lnTo>
                <a:lnTo>
                  <a:pt x="13480" y="1703"/>
                </a:lnTo>
                <a:lnTo>
                  <a:pt x="13334" y="1679"/>
                </a:lnTo>
                <a:lnTo>
                  <a:pt x="12994" y="1679"/>
                </a:lnTo>
                <a:lnTo>
                  <a:pt x="13261" y="1606"/>
                </a:lnTo>
                <a:lnTo>
                  <a:pt x="13529" y="1533"/>
                </a:lnTo>
                <a:lnTo>
                  <a:pt x="13821" y="1484"/>
                </a:lnTo>
                <a:lnTo>
                  <a:pt x="14113" y="1460"/>
                </a:lnTo>
                <a:close/>
                <a:moveTo>
                  <a:pt x="15573" y="535"/>
                </a:moveTo>
                <a:lnTo>
                  <a:pt x="15694" y="584"/>
                </a:lnTo>
                <a:lnTo>
                  <a:pt x="15767" y="633"/>
                </a:lnTo>
                <a:lnTo>
                  <a:pt x="15816" y="681"/>
                </a:lnTo>
                <a:lnTo>
                  <a:pt x="15840" y="754"/>
                </a:lnTo>
                <a:lnTo>
                  <a:pt x="15889" y="852"/>
                </a:lnTo>
                <a:lnTo>
                  <a:pt x="15938" y="1119"/>
                </a:lnTo>
                <a:lnTo>
                  <a:pt x="15938" y="1387"/>
                </a:lnTo>
                <a:lnTo>
                  <a:pt x="15913" y="1679"/>
                </a:lnTo>
                <a:lnTo>
                  <a:pt x="15865" y="1971"/>
                </a:lnTo>
                <a:lnTo>
                  <a:pt x="15719" y="2531"/>
                </a:lnTo>
                <a:lnTo>
                  <a:pt x="15548" y="3066"/>
                </a:lnTo>
                <a:lnTo>
                  <a:pt x="15378" y="3577"/>
                </a:lnTo>
                <a:lnTo>
                  <a:pt x="15159" y="4088"/>
                </a:lnTo>
                <a:lnTo>
                  <a:pt x="14916" y="4574"/>
                </a:lnTo>
                <a:lnTo>
                  <a:pt x="14624" y="5061"/>
                </a:lnTo>
                <a:lnTo>
                  <a:pt x="14332" y="5499"/>
                </a:lnTo>
                <a:lnTo>
                  <a:pt x="13991" y="5937"/>
                </a:lnTo>
                <a:lnTo>
                  <a:pt x="13626" y="6351"/>
                </a:lnTo>
                <a:lnTo>
                  <a:pt x="13261" y="6740"/>
                </a:lnTo>
                <a:lnTo>
                  <a:pt x="12604" y="7397"/>
                </a:lnTo>
                <a:lnTo>
                  <a:pt x="12288" y="7738"/>
                </a:lnTo>
                <a:lnTo>
                  <a:pt x="11996" y="8103"/>
                </a:lnTo>
                <a:lnTo>
                  <a:pt x="11363" y="8979"/>
                </a:lnTo>
                <a:lnTo>
                  <a:pt x="11047" y="9392"/>
                </a:lnTo>
                <a:lnTo>
                  <a:pt x="10877" y="9611"/>
                </a:lnTo>
                <a:lnTo>
                  <a:pt x="10682" y="9806"/>
                </a:lnTo>
                <a:lnTo>
                  <a:pt x="10293" y="10122"/>
                </a:lnTo>
                <a:lnTo>
                  <a:pt x="9903" y="10439"/>
                </a:lnTo>
                <a:lnTo>
                  <a:pt x="9100" y="11047"/>
                </a:lnTo>
                <a:lnTo>
                  <a:pt x="8687" y="11388"/>
                </a:lnTo>
                <a:lnTo>
                  <a:pt x="8297" y="11728"/>
                </a:lnTo>
                <a:lnTo>
                  <a:pt x="7519" y="12410"/>
                </a:lnTo>
                <a:lnTo>
                  <a:pt x="6837" y="12969"/>
                </a:lnTo>
                <a:lnTo>
                  <a:pt x="6156" y="13529"/>
                </a:lnTo>
                <a:lnTo>
                  <a:pt x="5475" y="14064"/>
                </a:lnTo>
                <a:lnTo>
                  <a:pt x="4769" y="14575"/>
                </a:lnTo>
                <a:lnTo>
                  <a:pt x="4283" y="14916"/>
                </a:lnTo>
                <a:lnTo>
                  <a:pt x="3796" y="15208"/>
                </a:lnTo>
                <a:lnTo>
                  <a:pt x="3285" y="15500"/>
                </a:lnTo>
                <a:lnTo>
                  <a:pt x="2750" y="15767"/>
                </a:lnTo>
                <a:lnTo>
                  <a:pt x="2287" y="15962"/>
                </a:lnTo>
                <a:lnTo>
                  <a:pt x="2020" y="16059"/>
                </a:lnTo>
                <a:lnTo>
                  <a:pt x="1752" y="16132"/>
                </a:lnTo>
                <a:lnTo>
                  <a:pt x="1484" y="16205"/>
                </a:lnTo>
                <a:lnTo>
                  <a:pt x="1217" y="16230"/>
                </a:lnTo>
                <a:lnTo>
                  <a:pt x="949" y="16205"/>
                </a:lnTo>
                <a:lnTo>
                  <a:pt x="827" y="16181"/>
                </a:lnTo>
                <a:lnTo>
                  <a:pt x="730" y="16132"/>
                </a:lnTo>
                <a:lnTo>
                  <a:pt x="633" y="16084"/>
                </a:lnTo>
                <a:lnTo>
                  <a:pt x="560" y="16011"/>
                </a:lnTo>
                <a:lnTo>
                  <a:pt x="511" y="15938"/>
                </a:lnTo>
                <a:lnTo>
                  <a:pt x="462" y="15840"/>
                </a:lnTo>
                <a:lnTo>
                  <a:pt x="438" y="15646"/>
                </a:lnTo>
                <a:lnTo>
                  <a:pt x="438" y="15402"/>
                </a:lnTo>
                <a:lnTo>
                  <a:pt x="487" y="15159"/>
                </a:lnTo>
                <a:lnTo>
                  <a:pt x="560" y="14891"/>
                </a:lnTo>
                <a:lnTo>
                  <a:pt x="754" y="14405"/>
                </a:lnTo>
                <a:lnTo>
                  <a:pt x="754" y="14599"/>
                </a:lnTo>
                <a:lnTo>
                  <a:pt x="754" y="14794"/>
                </a:lnTo>
                <a:lnTo>
                  <a:pt x="803" y="14964"/>
                </a:lnTo>
                <a:lnTo>
                  <a:pt x="827" y="15110"/>
                </a:lnTo>
                <a:lnTo>
                  <a:pt x="900" y="15232"/>
                </a:lnTo>
                <a:lnTo>
                  <a:pt x="973" y="15354"/>
                </a:lnTo>
                <a:lnTo>
                  <a:pt x="1046" y="15427"/>
                </a:lnTo>
                <a:lnTo>
                  <a:pt x="1144" y="15500"/>
                </a:lnTo>
                <a:lnTo>
                  <a:pt x="1241" y="15573"/>
                </a:lnTo>
                <a:lnTo>
                  <a:pt x="1338" y="15597"/>
                </a:lnTo>
                <a:lnTo>
                  <a:pt x="1460" y="15646"/>
                </a:lnTo>
                <a:lnTo>
                  <a:pt x="1849" y="15646"/>
                </a:lnTo>
                <a:lnTo>
                  <a:pt x="2141" y="15597"/>
                </a:lnTo>
                <a:lnTo>
                  <a:pt x="2433" y="15500"/>
                </a:lnTo>
                <a:lnTo>
                  <a:pt x="2750" y="15402"/>
                </a:lnTo>
                <a:lnTo>
                  <a:pt x="3042" y="15256"/>
                </a:lnTo>
                <a:lnTo>
                  <a:pt x="3626" y="14964"/>
                </a:lnTo>
                <a:lnTo>
                  <a:pt x="4112" y="14648"/>
                </a:lnTo>
                <a:lnTo>
                  <a:pt x="4453" y="14405"/>
                </a:lnTo>
                <a:lnTo>
                  <a:pt x="4794" y="14137"/>
                </a:lnTo>
                <a:lnTo>
                  <a:pt x="5134" y="13845"/>
                </a:lnTo>
                <a:lnTo>
                  <a:pt x="5767" y="13261"/>
                </a:lnTo>
                <a:lnTo>
                  <a:pt x="6375" y="12653"/>
                </a:lnTo>
                <a:lnTo>
                  <a:pt x="6983" y="12045"/>
                </a:lnTo>
                <a:lnTo>
                  <a:pt x="7738" y="11363"/>
                </a:lnTo>
                <a:lnTo>
                  <a:pt x="8492" y="10731"/>
                </a:lnTo>
                <a:lnTo>
                  <a:pt x="9271" y="10098"/>
                </a:lnTo>
                <a:lnTo>
                  <a:pt x="10049" y="9465"/>
                </a:lnTo>
                <a:lnTo>
                  <a:pt x="10439" y="9125"/>
                </a:lnTo>
                <a:lnTo>
                  <a:pt x="10828" y="8760"/>
                </a:lnTo>
                <a:lnTo>
                  <a:pt x="11193" y="8395"/>
                </a:lnTo>
                <a:lnTo>
                  <a:pt x="11558" y="8030"/>
                </a:lnTo>
                <a:lnTo>
                  <a:pt x="11899" y="7665"/>
                </a:lnTo>
                <a:lnTo>
                  <a:pt x="12239" y="7275"/>
                </a:lnTo>
                <a:lnTo>
                  <a:pt x="12896" y="6448"/>
                </a:lnTo>
                <a:lnTo>
                  <a:pt x="13894" y="5110"/>
                </a:lnTo>
                <a:lnTo>
                  <a:pt x="14381" y="4429"/>
                </a:lnTo>
                <a:lnTo>
                  <a:pt x="14599" y="4064"/>
                </a:lnTo>
                <a:lnTo>
                  <a:pt x="14818" y="3723"/>
                </a:lnTo>
                <a:lnTo>
                  <a:pt x="14989" y="3382"/>
                </a:lnTo>
                <a:lnTo>
                  <a:pt x="15159" y="2993"/>
                </a:lnTo>
                <a:lnTo>
                  <a:pt x="15281" y="2604"/>
                </a:lnTo>
                <a:lnTo>
                  <a:pt x="15329" y="2409"/>
                </a:lnTo>
                <a:lnTo>
                  <a:pt x="15378" y="2214"/>
                </a:lnTo>
                <a:lnTo>
                  <a:pt x="15378" y="2020"/>
                </a:lnTo>
                <a:lnTo>
                  <a:pt x="15354" y="1849"/>
                </a:lnTo>
                <a:lnTo>
                  <a:pt x="15305" y="1655"/>
                </a:lnTo>
                <a:lnTo>
                  <a:pt x="15232" y="1509"/>
                </a:lnTo>
                <a:lnTo>
                  <a:pt x="15135" y="1363"/>
                </a:lnTo>
                <a:lnTo>
                  <a:pt x="14989" y="1241"/>
                </a:lnTo>
                <a:lnTo>
                  <a:pt x="14794" y="1144"/>
                </a:lnTo>
                <a:lnTo>
                  <a:pt x="14575" y="1046"/>
                </a:lnTo>
                <a:lnTo>
                  <a:pt x="14332" y="998"/>
                </a:lnTo>
                <a:lnTo>
                  <a:pt x="14089" y="973"/>
                </a:lnTo>
                <a:lnTo>
                  <a:pt x="14818" y="730"/>
                </a:lnTo>
                <a:lnTo>
                  <a:pt x="15110" y="608"/>
                </a:lnTo>
                <a:lnTo>
                  <a:pt x="15281" y="560"/>
                </a:lnTo>
                <a:lnTo>
                  <a:pt x="15427" y="535"/>
                </a:lnTo>
                <a:close/>
                <a:moveTo>
                  <a:pt x="15451" y="0"/>
                </a:moveTo>
                <a:lnTo>
                  <a:pt x="15305" y="24"/>
                </a:lnTo>
                <a:lnTo>
                  <a:pt x="15013" y="97"/>
                </a:lnTo>
                <a:lnTo>
                  <a:pt x="13845" y="462"/>
                </a:lnTo>
                <a:lnTo>
                  <a:pt x="13261" y="657"/>
                </a:lnTo>
                <a:lnTo>
                  <a:pt x="12702" y="876"/>
                </a:lnTo>
                <a:lnTo>
                  <a:pt x="12118" y="1119"/>
                </a:lnTo>
                <a:lnTo>
                  <a:pt x="11582" y="1411"/>
                </a:lnTo>
                <a:lnTo>
                  <a:pt x="11047" y="1703"/>
                </a:lnTo>
                <a:lnTo>
                  <a:pt x="10536" y="2020"/>
                </a:lnTo>
                <a:lnTo>
                  <a:pt x="10512" y="2068"/>
                </a:lnTo>
                <a:lnTo>
                  <a:pt x="10195" y="1971"/>
                </a:lnTo>
                <a:lnTo>
                  <a:pt x="9879" y="1898"/>
                </a:lnTo>
                <a:lnTo>
                  <a:pt x="9246" y="1801"/>
                </a:lnTo>
                <a:lnTo>
                  <a:pt x="8906" y="1776"/>
                </a:lnTo>
                <a:lnTo>
                  <a:pt x="8565" y="1752"/>
                </a:lnTo>
                <a:lnTo>
                  <a:pt x="8224" y="1752"/>
                </a:lnTo>
                <a:lnTo>
                  <a:pt x="7884" y="1776"/>
                </a:lnTo>
                <a:lnTo>
                  <a:pt x="7543" y="1801"/>
                </a:lnTo>
                <a:lnTo>
                  <a:pt x="7178" y="1849"/>
                </a:lnTo>
                <a:lnTo>
                  <a:pt x="6837" y="1898"/>
                </a:lnTo>
                <a:lnTo>
                  <a:pt x="6497" y="1971"/>
                </a:lnTo>
                <a:lnTo>
                  <a:pt x="6181" y="2068"/>
                </a:lnTo>
                <a:lnTo>
                  <a:pt x="5840" y="2166"/>
                </a:lnTo>
                <a:lnTo>
                  <a:pt x="5524" y="2287"/>
                </a:lnTo>
                <a:lnTo>
                  <a:pt x="5207" y="2409"/>
                </a:lnTo>
                <a:lnTo>
                  <a:pt x="4891" y="2555"/>
                </a:lnTo>
                <a:lnTo>
                  <a:pt x="4575" y="2725"/>
                </a:lnTo>
                <a:lnTo>
                  <a:pt x="4283" y="2896"/>
                </a:lnTo>
                <a:lnTo>
                  <a:pt x="3991" y="3090"/>
                </a:lnTo>
                <a:lnTo>
                  <a:pt x="3626" y="3358"/>
                </a:lnTo>
                <a:lnTo>
                  <a:pt x="3285" y="3699"/>
                </a:lnTo>
                <a:lnTo>
                  <a:pt x="2969" y="4039"/>
                </a:lnTo>
                <a:lnTo>
                  <a:pt x="2677" y="4429"/>
                </a:lnTo>
                <a:lnTo>
                  <a:pt x="2433" y="4842"/>
                </a:lnTo>
                <a:lnTo>
                  <a:pt x="2214" y="5256"/>
                </a:lnTo>
                <a:lnTo>
                  <a:pt x="2044" y="5718"/>
                </a:lnTo>
                <a:lnTo>
                  <a:pt x="1874" y="6156"/>
                </a:lnTo>
                <a:lnTo>
                  <a:pt x="1776" y="6351"/>
                </a:lnTo>
                <a:lnTo>
                  <a:pt x="1679" y="6521"/>
                </a:lnTo>
                <a:lnTo>
                  <a:pt x="1630" y="6691"/>
                </a:lnTo>
                <a:lnTo>
                  <a:pt x="1630" y="6862"/>
                </a:lnTo>
                <a:lnTo>
                  <a:pt x="1655" y="6910"/>
                </a:lnTo>
                <a:lnTo>
                  <a:pt x="1703" y="6935"/>
                </a:lnTo>
                <a:lnTo>
                  <a:pt x="1630" y="7348"/>
                </a:lnTo>
                <a:lnTo>
                  <a:pt x="1582" y="7762"/>
                </a:lnTo>
                <a:lnTo>
                  <a:pt x="1557" y="8151"/>
                </a:lnTo>
                <a:lnTo>
                  <a:pt x="1557" y="8565"/>
                </a:lnTo>
                <a:lnTo>
                  <a:pt x="1557" y="8881"/>
                </a:lnTo>
                <a:lnTo>
                  <a:pt x="1606" y="9198"/>
                </a:lnTo>
                <a:lnTo>
                  <a:pt x="1655" y="9514"/>
                </a:lnTo>
                <a:lnTo>
                  <a:pt x="1703" y="9830"/>
                </a:lnTo>
                <a:lnTo>
                  <a:pt x="1776" y="10171"/>
                </a:lnTo>
                <a:lnTo>
                  <a:pt x="1874" y="10487"/>
                </a:lnTo>
                <a:lnTo>
                  <a:pt x="1995" y="10828"/>
                </a:lnTo>
                <a:lnTo>
                  <a:pt x="2117" y="11144"/>
                </a:lnTo>
                <a:lnTo>
                  <a:pt x="2020" y="11193"/>
                </a:lnTo>
                <a:lnTo>
                  <a:pt x="1898" y="11290"/>
                </a:lnTo>
                <a:lnTo>
                  <a:pt x="1776" y="11412"/>
                </a:lnTo>
                <a:lnTo>
                  <a:pt x="1655" y="11607"/>
                </a:lnTo>
                <a:lnTo>
                  <a:pt x="1387" y="12045"/>
                </a:lnTo>
                <a:lnTo>
                  <a:pt x="1119" y="12556"/>
                </a:lnTo>
                <a:lnTo>
                  <a:pt x="876" y="13091"/>
                </a:lnTo>
                <a:lnTo>
                  <a:pt x="657" y="13553"/>
                </a:lnTo>
                <a:lnTo>
                  <a:pt x="414" y="14113"/>
                </a:lnTo>
                <a:lnTo>
                  <a:pt x="243" y="14551"/>
                </a:lnTo>
                <a:lnTo>
                  <a:pt x="97" y="14989"/>
                </a:lnTo>
                <a:lnTo>
                  <a:pt x="49" y="15208"/>
                </a:lnTo>
                <a:lnTo>
                  <a:pt x="0" y="15427"/>
                </a:lnTo>
                <a:lnTo>
                  <a:pt x="0" y="15670"/>
                </a:lnTo>
                <a:lnTo>
                  <a:pt x="49" y="15889"/>
                </a:lnTo>
                <a:lnTo>
                  <a:pt x="97" y="16084"/>
                </a:lnTo>
                <a:lnTo>
                  <a:pt x="195" y="16254"/>
                </a:lnTo>
                <a:lnTo>
                  <a:pt x="316" y="16400"/>
                </a:lnTo>
                <a:lnTo>
                  <a:pt x="487" y="16497"/>
                </a:lnTo>
                <a:lnTo>
                  <a:pt x="657" y="16595"/>
                </a:lnTo>
                <a:lnTo>
                  <a:pt x="827" y="16643"/>
                </a:lnTo>
                <a:lnTo>
                  <a:pt x="1046" y="16668"/>
                </a:lnTo>
                <a:lnTo>
                  <a:pt x="1241" y="16668"/>
                </a:lnTo>
                <a:lnTo>
                  <a:pt x="1509" y="16643"/>
                </a:lnTo>
                <a:lnTo>
                  <a:pt x="1776" y="16570"/>
                </a:lnTo>
                <a:lnTo>
                  <a:pt x="2044" y="16497"/>
                </a:lnTo>
                <a:lnTo>
                  <a:pt x="2312" y="16400"/>
                </a:lnTo>
                <a:lnTo>
                  <a:pt x="2823" y="16157"/>
                </a:lnTo>
                <a:lnTo>
                  <a:pt x="3309" y="15913"/>
                </a:lnTo>
                <a:lnTo>
                  <a:pt x="3796" y="15646"/>
                </a:lnTo>
                <a:lnTo>
                  <a:pt x="4258" y="15378"/>
                </a:lnTo>
                <a:lnTo>
                  <a:pt x="4721" y="15062"/>
                </a:lnTo>
                <a:lnTo>
                  <a:pt x="5183" y="14745"/>
                </a:lnTo>
                <a:lnTo>
                  <a:pt x="5791" y="14307"/>
                </a:lnTo>
                <a:lnTo>
                  <a:pt x="5767" y="14405"/>
                </a:lnTo>
                <a:lnTo>
                  <a:pt x="5767" y="14502"/>
                </a:lnTo>
                <a:lnTo>
                  <a:pt x="5791" y="14599"/>
                </a:lnTo>
                <a:lnTo>
                  <a:pt x="5864" y="14672"/>
                </a:lnTo>
                <a:lnTo>
                  <a:pt x="5937" y="14745"/>
                </a:lnTo>
                <a:lnTo>
                  <a:pt x="6035" y="14794"/>
                </a:lnTo>
                <a:lnTo>
                  <a:pt x="6302" y="14867"/>
                </a:lnTo>
                <a:lnTo>
                  <a:pt x="6594" y="14940"/>
                </a:lnTo>
                <a:lnTo>
                  <a:pt x="6910" y="14964"/>
                </a:lnTo>
                <a:lnTo>
                  <a:pt x="7227" y="14989"/>
                </a:lnTo>
                <a:lnTo>
                  <a:pt x="7543" y="14989"/>
                </a:lnTo>
                <a:lnTo>
                  <a:pt x="7567" y="15037"/>
                </a:lnTo>
                <a:lnTo>
                  <a:pt x="7640" y="15062"/>
                </a:lnTo>
                <a:lnTo>
                  <a:pt x="7689" y="15062"/>
                </a:lnTo>
                <a:lnTo>
                  <a:pt x="7713" y="15037"/>
                </a:lnTo>
                <a:lnTo>
                  <a:pt x="7738" y="14964"/>
                </a:lnTo>
                <a:lnTo>
                  <a:pt x="8127" y="14940"/>
                </a:lnTo>
                <a:lnTo>
                  <a:pt x="8224" y="14940"/>
                </a:lnTo>
                <a:lnTo>
                  <a:pt x="8322" y="14964"/>
                </a:lnTo>
                <a:lnTo>
                  <a:pt x="8395" y="14916"/>
                </a:lnTo>
                <a:lnTo>
                  <a:pt x="8808" y="14867"/>
                </a:lnTo>
                <a:lnTo>
                  <a:pt x="9198" y="14794"/>
                </a:lnTo>
                <a:lnTo>
                  <a:pt x="9611" y="14697"/>
                </a:lnTo>
                <a:lnTo>
                  <a:pt x="10001" y="14599"/>
                </a:lnTo>
                <a:lnTo>
                  <a:pt x="10390" y="14453"/>
                </a:lnTo>
                <a:lnTo>
                  <a:pt x="10779" y="14307"/>
                </a:lnTo>
                <a:lnTo>
                  <a:pt x="11144" y="14137"/>
                </a:lnTo>
                <a:lnTo>
                  <a:pt x="11509" y="13918"/>
                </a:lnTo>
                <a:lnTo>
                  <a:pt x="12020" y="13577"/>
                </a:lnTo>
                <a:lnTo>
                  <a:pt x="12507" y="13164"/>
                </a:lnTo>
                <a:lnTo>
                  <a:pt x="12969" y="12726"/>
                </a:lnTo>
                <a:lnTo>
                  <a:pt x="13359" y="12264"/>
                </a:lnTo>
                <a:lnTo>
                  <a:pt x="13553" y="11996"/>
                </a:lnTo>
                <a:lnTo>
                  <a:pt x="13724" y="11753"/>
                </a:lnTo>
                <a:lnTo>
                  <a:pt x="13894" y="11485"/>
                </a:lnTo>
                <a:lnTo>
                  <a:pt x="14040" y="11193"/>
                </a:lnTo>
                <a:lnTo>
                  <a:pt x="14186" y="10925"/>
                </a:lnTo>
                <a:lnTo>
                  <a:pt x="14308" y="10633"/>
                </a:lnTo>
                <a:lnTo>
                  <a:pt x="14405" y="10341"/>
                </a:lnTo>
                <a:lnTo>
                  <a:pt x="14478" y="10049"/>
                </a:lnTo>
                <a:lnTo>
                  <a:pt x="14599" y="9538"/>
                </a:lnTo>
                <a:lnTo>
                  <a:pt x="14648" y="9003"/>
                </a:lnTo>
                <a:lnTo>
                  <a:pt x="14672" y="8468"/>
                </a:lnTo>
                <a:lnTo>
                  <a:pt x="14697" y="7957"/>
                </a:lnTo>
                <a:lnTo>
                  <a:pt x="14697" y="7519"/>
                </a:lnTo>
                <a:lnTo>
                  <a:pt x="14672" y="7032"/>
                </a:lnTo>
                <a:lnTo>
                  <a:pt x="14624" y="6813"/>
                </a:lnTo>
                <a:lnTo>
                  <a:pt x="14575" y="6594"/>
                </a:lnTo>
                <a:lnTo>
                  <a:pt x="14502" y="6375"/>
                </a:lnTo>
                <a:lnTo>
                  <a:pt x="14381" y="6180"/>
                </a:lnTo>
                <a:lnTo>
                  <a:pt x="14745" y="5718"/>
                </a:lnTo>
                <a:lnTo>
                  <a:pt x="15086" y="5207"/>
                </a:lnTo>
                <a:lnTo>
                  <a:pt x="15378" y="4696"/>
                </a:lnTo>
                <a:lnTo>
                  <a:pt x="15646" y="4185"/>
                </a:lnTo>
                <a:lnTo>
                  <a:pt x="15889" y="3650"/>
                </a:lnTo>
                <a:lnTo>
                  <a:pt x="16084" y="3090"/>
                </a:lnTo>
                <a:lnTo>
                  <a:pt x="16254" y="2506"/>
                </a:lnTo>
                <a:lnTo>
                  <a:pt x="16376" y="1922"/>
                </a:lnTo>
                <a:lnTo>
                  <a:pt x="16449" y="1509"/>
                </a:lnTo>
                <a:lnTo>
                  <a:pt x="16449" y="1290"/>
                </a:lnTo>
                <a:lnTo>
                  <a:pt x="16449" y="1046"/>
                </a:lnTo>
                <a:lnTo>
                  <a:pt x="16424" y="803"/>
                </a:lnTo>
                <a:lnTo>
                  <a:pt x="16376" y="584"/>
                </a:lnTo>
                <a:lnTo>
                  <a:pt x="16303" y="389"/>
                </a:lnTo>
                <a:lnTo>
                  <a:pt x="16230" y="316"/>
                </a:lnTo>
                <a:lnTo>
                  <a:pt x="16157" y="243"/>
                </a:lnTo>
                <a:lnTo>
                  <a:pt x="16035" y="122"/>
                </a:lnTo>
                <a:lnTo>
                  <a:pt x="15889" y="49"/>
                </a:lnTo>
                <a:lnTo>
                  <a:pt x="15767" y="24"/>
                </a:lnTo>
                <a:lnTo>
                  <a:pt x="15621" y="0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FF4D82"/>
              </a:gs>
            </a:gsLst>
            <a:lin ang="0" scaled="0"/>
          </a:gradFill>
          <a:ln>
            <a:noFill/>
          </a:ln>
          <a:effectLst>
            <a:outerShdw blurRad="28575" rotWithShape="0" algn="bl" dir="5400000" dist="19050">
              <a:schemeClr val="dk1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 rot="1473072">
            <a:off x="5243733" y="2948675"/>
            <a:ext cx="1118341" cy="1089394"/>
          </a:xfrm>
          <a:custGeom>
            <a:rect b="b" l="l" r="r" t="t"/>
            <a:pathLst>
              <a:path extrusionOk="0" h="18250" w="18737">
                <a:moveTo>
                  <a:pt x="13554" y="3431"/>
                </a:moveTo>
                <a:lnTo>
                  <a:pt x="13748" y="3456"/>
                </a:lnTo>
                <a:lnTo>
                  <a:pt x="13919" y="3480"/>
                </a:lnTo>
                <a:lnTo>
                  <a:pt x="14308" y="3602"/>
                </a:lnTo>
                <a:lnTo>
                  <a:pt x="14478" y="3675"/>
                </a:lnTo>
                <a:lnTo>
                  <a:pt x="14624" y="3748"/>
                </a:lnTo>
                <a:lnTo>
                  <a:pt x="14746" y="3845"/>
                </a:lnTo>
                <a:lnTo>
                  <a:pt x="14843" y="3967"/>
                </a:lnTo>
                <a:lnTo>
                  <a:pt x="14941" y="4113"/>
                </a:lnTo>
                <a:lnTo>
                  <a:pt x="15038" y="4259"/>
                </a:lnTo>
                <a:lnTo>
                  <a:pt x="15111" y="4405"/>
                </a:lnTo>
                <a:lnTo>
                  <a:pt x="15160" y="4551"/>
                </a:lnTo>
                <a:lnTo>
                  <a:pt x="15184" y="4721"/>
                </a:lnTo>
                <a:lnTo>
                  <a:pt x="15208" y="4891"/>
                </a:lnTo>
                <a:lnTo>
                  <a:pt x="15233" y="5232"/>
                </a:lnTo>
                <a:lnTo>
                  <a:pt x="15160" y="5548"/>
                </a:lnTo>
                <a:lnTo>
                  <a:pt x="15111" y="5719"/>
                </a:lnTo>
                <a:lnTo>
                  <a:pt x="15062" y="5865"/>
                </a:lnTo>
                <a:lnTo>
                  <a:pt x="14916" y="6132"/>
                </a:lnTo>
                <a:lnTo>
                  <a:pt x="14722" y="6351"/>
                </a:lnTo>
                <a:lnTo>
                  <a:pt x="14527" y="6570"/>
                </a:lnTo>
                <a:lnTo>
                  <a:pt x="14284" y="6765"/>
                </a:lnTo>
                <a:lnTo>
                  <a:pt x="13821" y="7130"/>
                </a:lnTo>
                <a:lnTo>
                  <a:pt x="13602" y="7325"/>
                </a:lnTo>
                <a:lnTo>
                  <a:pt x="13408" y="7544"/>
                </a:lnTo>
                <a:lnTo>
                  <a:pt x="12678" y="6984"/>
                </a:lnTo>
                <a:lnTo>
                  <a:pt x="12313" y="6692"/>
                </a:lnTo>
                <a:lnTo>
                  <a:pt x="11948" y="6400"/>
                </a:lnTo>
                <a:lnTo>
                  <a:pt x="11631" y="6108"/>
                </a:lnTo>
                <a:lnTo>
                  <a:pt x="11315" y="5767"/>
                </a:lnTo>
                <a:lnTo>
                  <a:pt x="11023" y="5427"/>
                </a:lnTo>
                <a:lnTo>
                  <a:pt x="10755" y="5037"/>
                </a:lnTo>
                <a:lnTo>
                  <a:pt x="10877" y="4989"/>
                </a:lnTo>
                <a:lnTo>
                  <a:pt x="10999" y="4891"/>
                </a:lnTo>
                <a:lnTo>
                  <a:pt x="11242" y="4697"/>
                </a:lnTo>
                <a:lnTo>
                  <a:pt x="11461" y="4478"/>
                </a:lnTo>
                <a:lnTo>
                  <a:pt x="11656" y="4283"/>
                </a:lnTo>
                <a:lnTo>
                  <a:pt x="12191" y="3869"/>
                </a:lnTo>
                <a:lnTo>
                  <a:pt x="12483" y="3699"/>
                </a:lnTo>
                <a:lnTo>
                  <a:pt x="12775" y="3553"/>
                </a:lnTo>
                <a:lnTo>
                  <a:pt x="12970" y="3480"/>
                </a:lnTo>
                <a:lnTo>
                  <a:pt x="13164" y="3456"/>
                </a:lnTo>
                <a:lnTo>
                  <a:pt x="13359" y="3431"/>
                </a:lnTo>
                <a:close/>
                <a:moveTo>
                  <a:pt x="13529" y="2872"/>
                </a:moveTo>
                <a:lnTo>
                  <a:pt x="13335" y="2896"/>
                </a:lnTo>
                <a:lnTo>
                  <a:pt x="12945" y="2969"/>
                </a:lnTo>
                <a:lnTo>
                  <a:pt x="12556" y="3066"/>
                </a:lnTo>
                <a:lnTo>
                  <a:pt x="12191" y="3237"/>
                </a:lnTo>
                <a:lnTo>
                  <a:pt x="11850" y="3456"/>
                </a:lnTo>
                <a:lnTo>
                  <a:pt x="11607" y="3626"/>
                </a:lnTo>
                <a:lnTo>
                  <a:pt x="11388" y="3821"/>
                </a:lnTo>
                <a:lnTo>
                  <a:pt x="10950" y="4210"/>
                </a:lnTo>
                <a:lnTo>
                  <a:pt x="10658" y="4478"/>
                </a:lnTo>
                <a:lnTo>
                  <a:pt x="10512" y="4648"/>
                </a:lnTo>
                <a:lnTo>
                  <a:pt x="10464" y="4721"/>
                </a:lnTo>
                <a:lnTo>
                  <a:pt x="10464" y="4818"/>
                </a:lnTo>
                <a:lnTo>
                  <a:pt x="10366" y="4843"/>
                </a:lnTo>
                <a:lnTo>
                  <a:pt x="10293" y="4916"/>
                </a:lnTo>
                <a:lnTo>
                  <a:pt x="10245" y="4989"/>
                </a:lnTo>
                <a:lnTo>
                  <a:pt x="10269" y="5110"/>
                </a:lnTo>
                <a:lnTo>
                  <a:pt x="10366" y="5354"/>
                </a:lnTo>
                <a:lnTo>
                  <a:pt x="10488" y="5597"/>
                </a:lnTo>
                <a:lnTo>
                  <a:pt x="10610" y="5816"/>
                </a:lnTo>
                <a:lnTo>
                  <a:pt x="10780" y="6035"/>
                </a:lnTo>
                <a:lnTo>
                  <a:pt x="10950" y="6230"/>
                </a:lnTo>
                <a:lnTo>
                  <a:pt x="11120" y="6449"/>
                </a:lnTo>
                <a:lnTo>
                  <a:pt x="11534" y="6814"/>
                </a:lnTo>
                <a:lnTo>
                  <a:pt x="11972" y="7179"/>
                </a:lnTo>
                <a:lnTo>
                  <a:pt x="12410" y="7519"/>
                </a:lnTo>
                <a:lnTo>
                  <a:pt x="12848" y="7836"/>
                </a:lnTo>
                <a:lnTo>
                  <a:pt x="13262" y="8152"/>
                </a:lnTo>
                <a:lnTo>
                  <a:pt x="13335" y="8201"/>
                </a:lnTo>
                <a:lnTo>
                  <a:pt x="13432" y="8225"/>
                </a:lnTo>
                <a:lnTo>
                  <a:pt x="13505" y="8225"/>
                </a:lnTo>
                <a:lnTo>
                  <a:pt x="13602" y="8201"/>
                </a:lnTo>
                <a:lnTo>
                  <a:pt x="13651" y="8152"/>
                </a:lnTo>
                <a:lnTo>
                  <a:pt x="13724" y="8079"/>
                </a:lnTo>
                <a:lnTo>
                  <a:pt x="13748" y="8006"/>
                </a:lnTo>
                <a:lnTo>
                  <a:pt x="13748" y="7933"/>
                </a:lnTo>
                <a:lnTo>
                  <a:pt x="13943" y="7787"/>
                </a:lnTo>
                <a:lnTo>
                  <a:pt x="14089" y="7665"/>
                </a:lnTo>
                <a:lnTo>
                  <a:pt x="14722" y="7154"/>
                </a:lnTo>
                <a:lnTo>
                  <a:pt x="15014" y="6862"/>
                </a:lnTo>
                <a:lnTo>
                  <a:pt x="15281" y="6546"/>
                </a:lnTo>
                <a:lnTo>
                  <a:pt x="15500" y="6205"/>
                </a:lnTo>
                <a:lnTo>
                  <a:pt x="15598" y="6035"/>
                </a:lnTo>
                <a:lnTo>
                  <a:pt x="15671" y="5840"/>
                </a:lnTo>
                <a:lnTo>
                  <a:pt x="15719" y="5670"/>
                </a:lnTo>
                <a:lnTo>
                  <a:pt x="15768" y="5500"/>
                </a:lnTo>
                <a:lnTo>
                  <a:pt x="15792" y="5305"/>
                </a:lnTo>
                <a:lnTo>
                  <a:pt x="15792" y="5135"/>
                </a:lnTo>
                <a:lnTo>
                  <a:pt x="15768" y="4770"/>
                </a:lnTo>
                <a:lnTo>
                  <a:pt x="15695" y="4429"/>
                </a:lnTo>
                <a:lnTo>
                  <a:pt x="15549" y="4088"/>
                </a:lnTo>
                <a:lnTo>
                  <a:pt x="15379" y="3772"/>
                </a:lnTo>
                <a:lnTo>
                  <a:pt x="15257" y="3626"/>
                </a:lnTo>
                <a:lnTo>
                  <a:pt x="15135" y="3504"/>
                </a:lnTo>
                <a:lnTo>
                  <a:pt x="15014" y="3383"/>
                </a:lnTo>
                <a:lnTo>
                  <a:pt x="14868" y="3261"/>
                </a:lnTo>
                <a:lnTo>
                  <a:pt x="14697" y="3164"/>
                </a:lnTo>
                <a:lnTo>
                  <a:pt x="14503" y="3066"/>
                </a:lnTo>
                <a:lnTo>
                  <a:pt x="14332" y="2993"/>
                </a:lnTo>
                <a:lnTo>
                  <a:pt x="14138" y="2945"/>
                </a:lnTo>
                <a:lnTo>
                  <a:pt x="13943" y="2896"/>
                </a:lnTo>
                <a:lnTo>
                  <a:pt x="13724" y="2872"/>
                </a:lnTo>
                <a:close/>
                <a:moveTo>
                  <a:pt x="5597" y="6814"/>
                </a:moveTo>
                <a:lnTo>
                  <a:pt x="4283" y="8030"/>
                </a:lnTo>
                <a:lnTo>
                  <a:pt x="3675" y="8590"/>
                </a:lnTo>
                <a:lnTo>
                  <a:pt x="3602" y="8468"/>
                </a:lnTo>
                <a:lnTo>
                  <a:pt x="3504" y="8395"/>
                </a:lnTo>
                <a:lnTo>
                  <a:pt x="3285" y="8201"/>
                </a:lnTo>
                <a:lnTo>
                  <a:pt x="2969" y="7860"/>
                </a:lnTo>
                <a:lnTo>
                  <a:pt x="2677" y="7519"/>
                </a:lnTo>
                <a:lnTo>
                  <a:pt x="2410" y="7203"/>
                </a:lnTo>
                <a:lnTo>
                  <a:pt x="2264" y="7057"/>
                </a:lnTo>
                <a:lnTo>
                  <a:pt x="2093" y="6911"/>
                </a:lnTo>
                <a:lnTo>
                  <a:pt x="3821" y="6911"/>
                </a:lnTo>
                <a:lnTo>
                  <a:pt x="4745" y="6862"/>
                </a:lnTo>
                <a:lnTo>
                  <a:pt x="5597" y="6814"/>
                </a:lnTo>
                <a:close/>
                <a:moveTo>
                  <a:pt x="755" y="6911"/>
                </a:moveTo>
                <a:lnTo>
                  <a:pt x="1047" y="6935"/>
                </a:lnTo>
                <a:lnTo>
                  <a:pt x="1315" y="6935"/>
                </a:lnTo>
                <a:lnTo>
                  <a:pt x="1339" y="6984"/>
                </a:lnTo>
                <a:lnTo>
                  <a:pt x="1363" y="7008"/>
                </a:lnTo>
                <a:lnTo>
                  <a:pt x="1582" y="7227"/>
                </a:lnTo>
                <a:lnTo>
                  <a:pt x="1826" y="7422"/>
                </a:lnTo>
                <a:lnTo>
                  <a:pt x="2142" y="7738"/>
                </a:lnTo>
                <a:lnTo>
                  <a:pt x="2434" y="8103"/>
                </a:lnTo>
                <a:lnTo>
                  <a:pt x="2799" y="8541"/>
                </a:lnTo>
                <a:lnTo>
                  <a:pt x="3018" y="8785"/>
                </a:lnTo>
                <a:lnTo>
                  <a:pt x="3139" y="8882"/>
                </a:lnTo>
                <a:lnTo>
                  <a:pt x="3261" y="8955"/>
                </a:lnTo>
                <a:lnTo>
                  <a:pt x="3091" y="9077"/>
                </a:lnTo>
                <a:lnTo>
                  <a:pt x="2993" y="8931"/>
                </a:lnTo>
                <a:lnTo>
                  <a:pt x="2872" y="8785"/>
                </a:lnTo>
                <a:lnTo>
                  <a:pt x="2580" y="8517"/>
                </a:lnTo>
                <a:lnTo>
                  <a:pt x="2020" y="8079"/>
                </a:lnTo>
                <a:lnTo>
                  <a:pt x="1388" y="7495"/>
                </a:lnTo>
                <a:lnTo>
                  <a:pt x="755" y="6911"/>
                </a:lnTo>
                <a:close/>
                <a:moveTo>
                  <a:pt x="9490" y="8760"/>
                </a:moveTo>
                <a:lnTo>
                  <a:pt x="9369" y="8785"/>
                </a:lnTo>
                <a:lnTo>
                  <a:pt x="9271" y="8833"/>
                </a:lnTo>
                <a:lnTo>
                  <a:pt x="9101" y="9004"/>
                </a:lnTo>
                <a:lnTo>
                  <a:pt x="8931" y="9174"/>
                </a:lnTo>
                <a:lnTo>
                  <a:pt x="8760" y="9344"/>
                </a:lnTo>
                <a:lnTo>
                  <a:pt x="8566" y="9515"/>
                </a:lnTo>
                <a:lnTo>
                  <a:pt x="8103" y="9904"/>
                </a:lnTo>
                <a:lnTo>
                  <a:pt x="7617" y="10318"/>
                </a:lnTo>
                <a:lnTo>
                  <a:pt x="7276" y="10609"/>
                </a:lnTo>
                <a:lnTo>
                  <a:pt x="7081" y="10780"/>
                </a:lnTo>
                <a:lnTo>
                  <a:pt x="6887" y="10999"/>
                </a:lnTo>
                <a:lnTo>
                  <a:pt x="6716" y="11193"/>
                </a:lnTo>
                <a:lnTo>
                  <a:pt x="6595" y="11437"/>
                </a:lnTo>
                <a:lnTo>
                  <a:pt x="6570" y="11534"/>
                </a:lnTo>
                <a:lnTo>
                  <a:pt x="6546" y="11656"/>
                </a:lnTo>
                <a:lnTo>
                  <a:pt x="6546" y="11753"/>
                </a:lnTo>
                <a:lnTo>
                  <a:pt x="6570" y="11850"/>
                </a:lnTo>
                <a:lnTo>
                  <a:pt x="6619" y="11948"/>
                </a:lnTo>
                <a:lnTo>
                  <a:pt x="6668" y="11996"/>
                </a:lnTo>
                <a:lnTo>
                  <a:pt x="6765" y="12021"/>
                </a:lnTo>
                <a:lnTo>
                  <a:pt x="6838" y="12021"/>
                </a:lnTo>
                <a:lnTo>
                  <a:pt x="6935" y="11972"/>
                </a:lnTo>
                <a:lnTo>
                  <a:pt x="7033" y="11923"/>
                </a:lnTo>
                <a:lnTo>
                  <a:pt x="7154" y="11777"/>
                </a:lnTo>
                <a:lnTo>
                  <a:pt x="7422" y="11461"/>
                </a:lnTo>
                <a:lnTo>
                  <a:pt x="7641" y="11242"/>
                </a:lnTo>
                <a:lnTo>
                  <a:pt x="7860" y="11023"/>
                </a:lnTo>
                <a:lnTo>
                  <a:pt x="8322" y="10634"/>
                </a:lnTo>
                <a:lnTo>
                  <a:pt x="8736" y="10318"/>
                </a:lnTo>
                <a:lnTo>
                  <a:pt x="9174" y="9977"/>
                </a:lnTo>
                <a:lnTo>
                  <a:pt x="9393" y="9807"/>
                </a:lnTo>
                <a:lnTo>
                  <a:pt x="9563" y="9612"/>
                </a:lnTo>
                <a:lnTo>
                  <a:pt x="9709" y="9393"/>
                </a:lnTo>
                <a:lnTo>
                  <a:pt x="9831" y="9174"/>
                </a:lnTo>
                <a:lnTo>
                  <a:pt x="9855" y="9052"/>
                </a:lnTo>
                <a:lnTo>
                  <a:pt x="9855" y="8931"/>
                </a:lnTo>
                <a:lnTo>
                  <a:pt x="9782" y="8858"/>
                </a:lnTo>
                <a:lnTo>
                  <a:pt x="9709" y="8809"/>
                </a:lnTo>
                <a:lnTo>
                  <a:pt x="9588" y="8760"/>
                </a:lnTo>
                <a:close/>
                <a:moveTo>
                  <a:pt x="2045" y="13359"/>
                </a:moveTo>
                <a:lnTo>
                  <a:pt x="2166" y="13408"/>
                </a:lnTo>
                <a:lnTo>
                  <a:pt x="2166" y="13481"/>
                </a:lnTo>
                <a:lnTo>
                  <a:pt x="2166" y="13554"/>
                </a:lnTo>
                <a:lnTo>
                  <a:pt x="2118" y="13627"/>
                </a:lnTo>
                <a:lnTo>
                  <a:pt x="2069" y="13675"/>
                </a:lnTo>
                <a:lnTo>
                  <a:pt x="1947" y="13773"/>
                </a:lnTo>
                <a:lnTo>
                  <a:pt x="1826" y="13870"/>
                </a:lnTo>
                <a:lnTo>
                  <a:pt x="1655" y="13943"/>
                </a:lnTo>
                <a:lnTo>
                  <a:pt x="1461" y="14016"/>
                </a:lnTo>
                <a:lnTo>
                  <a:pt x="1461" y="14016"/>
                </a:lnTo>
                <a:lnTo>
                  <a:pt x="1607" y="13821"/>
                </a:lnTo>
                <a:lnTo>
                  <a:pt x="1753" y="13627"/>
                </a:lnTo>
                <a:lnTo>
                  <a:pt x="1874" y="13481"/>
                </a:lnTo>
                <a:lnTo>
                  <a:pt x="1972" y="13383"/>
                </a:lnTo>
                <a:lnTo>
                  <a:pt x="1996" y="13383"/>
                </a:lnTo>
                <a:lnTo>
                  <a:pt x="2045" y="13359"/>
                </a:lnTo>
                <a:close/>
                <a:moveTo>
                  <a:pt x="1996" y="12872"/>
                </a:moveTo>
                <a:lnTo>
                  <a:pt x="1899" y="12897"/>
                </a:lnTo>
                <a:lnTo>
                  <a:pt x="1826" y="12921"/>
                </a:lnTo>
                <a:lnTo>
                  <a:pt x="1655" y="13018"/>
                </a:lnTo>
                <a:lnTo>
                  <a:pt x="1534" y="13140"/>
                </a:lnTo>
                <a:lnTo>
                  <a:pt x="1388" y="13286"/>
                </a:lnTo>
                <a:lnTo>
                  <a:pt x="1242" y="13456"/>
                </a:lnTo>
                <a:lnTo>
                  <a:pt x="998" y="13797"/>
                </a:lnTo>
                <a:lnTo>
                  <a:pt x="925" y="13967"/>
                </a:lnTo>
                <a:lnTo>
                  <a:pt x="828" y="14138"/>
                </a:lnTo>
                <a:lnTo>
                  <a:pt x="804" y="14235"/>
                </a:lnTo>
                <a:lnTo>
                  <a:pt x="779" y="14308"/>
                </a:lnTo>
                <a:lnTo>
                  <a:pt x="779" y="14405"/>
                </a:lnTo>
                <a:lnTo>
                  <a:pt x="828" y="14478"/>
                </a:lnTo>
                <a:lnTo>
                  <a:pt x="877" y="14527"/>
                </a:lnTo>
                <a:lnTo>
                  <a:pt x="925" y="14576"/>
                </a:lnTo>
                <a:lnTo>
                  <a:pt x="1047" y="14576"/>
                </a:lnTo>
                <a:lnTo>
                  <a:pt x="1120" y="14551"/>
                </a:lnTo>
                <a:lnTo>
                  <a:pt x="1266" y="14551"/>
                </a:lnTo>
                <a:lnTo>
                  <a:pt x="1412" y="14527"/>
                </a:lnTo>
                <a:lnTo>
                  <a:pt x="1582" y="14478"/>
                </a:lnTo>
                <a:lnTo>
                  <a:pt x="1728" y="14430"/>
                </a:lnTo>
                <a:lnTo>
                  <a:pt x="2020" y="14284"/>
                </a:lnTo>
                <a:lnTo>
                  <a:pt x="2239" y="14138"/>
                </a:lnTo>
                <a:lnTo>
                  <a:pt x="2361" y="14040"/>
                </a:lnTo>
                <a:lnTo>
                  <a:pt x="2483" y="13919"/>
                </a:lnTo>
                <a:lnTo>
                  <a:pt x="2556" y="13773"/>
                </a:lnTo>
                <a:lnTo>
                  <a:pt x="2629" y="13627"/>
                </a:lnTo>
                <a:lnTo>
                  <a:pt x="2653" y="13481"/>
                </a:lnTo>
                <a:lnTo>
                  <a:pt x="2653" y="13408"/>
                </a:lnTo>
                <a:lnTo>
                  <a:pt x="2629" y="13335"/>
                </a:lnTo>
                <a:lnTo>
                  <a:pt x="2604" y="13262"/>
                </a:lnTo>
                <a:lnTo>
                  <a:pt x="2556" y="13189"/>
                </a:lnTo>
                <a:lnTo>
                  <a:pt x="2483" y="13140"/>
                </a:lnTo>
                <a:lnTo>
                  <a:pt x="2385" y="13091"/>
                </a:lnTo>
                <a:lnTo>
                  <a:pt x="2288" y="12970"/>
                </a:lnTo>
                <a:lnTo>
                  <a:pt x="2166" y="12897"/>
                </a:lnTo>
                <a:lnTo>
                  <a:pt x="2069" y="12872"/>
                </a:lnTo>
                <a:close/>
                <a:moveTo>
                  <a:pt x="15525" y="560"/>
                </a:moveTo>
                <a:lnTo>
                  <a:pt x="16084" y="633"/>
                </a:lnTo>
                <a:lnTo>
                  <a:pt x="16644" y="706"/>
                </a:lnTo>
                <a:lnTo>
                  <a:pt x="17204" y="828"/>
                </a:lnTo>
                <a:lnTo>
                  <a:pt x="17763" y="974"/>
                </a:lnTo>
                <a:lnTo>
                  <a:pt x="17666" y="1023"/>
                </a:lnTo>
                <a:lnTo>
                  <a:pt x="17593" y="1096"/>
                </a:lnTo>
                <a:lnTo>
                  <a:pt x="17496" y="1169"/>
                </a:lnTo>
                <a:lnTo>
                  <a:pt x="17496" y="1193"/>
                </a:lnTo>
                <a:lnTo>
                  <a:pt x="17520" y="1217"/>
                </a:lnTo>
                <a:lnTo>
                  <a:pt x="17569" y="1266"/>
                </a:lnTo>
                <a:lnTo>
                  <a:pt x="17617" y="1290"/>
                </a:lnTo>
                <a:lnTo>
                  <a:pt x="17739" y="1315"/>
                </a:lnTo>
                <a:lnTo>
                  <a:pt x="17861" y="1290"/>
                </a:lnTo>
                <a:lnTo>
                  <a:pt x="17934" y="1290"/>
                </a:lnTo>
                <a:lnTo>
                  <a:pt x="17982" y="1242"/>
                </a:lnTo>
                <a:lnTo>
                  <a:pt x="18007" y="1363"/>
                </a:lnTo>
                <a:lnTo>
                  <a:pt x="18031" y="1461"/>
                </a:lnTo>
                <a:lnTo>
                  <a:pt x="17909" y="1485"/>
                </a:lnTo>
                <a:lnTo>
                  <a:pt x="17812" y="1534"/>
                </a:lnTo>
                <a:lnTo>
                  <a:pt x="17715" y="1582"/>
                </a:lnTo>
                <a:lnTo>
                  <a:pt x="17617" y="1655"/>
                </a:lnTo>
                <a:lnTo>
                  <a:pt x="17593" y="1680"/>
                </a:lnTo>
                <a:lnTo>
                  <a:pt x="17593" y="1753"/>
                </a:lnTo>
                <a:lnTo>
                  <a:pt x="17617" y="1801"/>
                </a:lnTo>
                <a:lnTo>
                  <a:pt x="17690" y="1826"/>
                </a:lnTo>
                <a:lnTo>
                  <a:pt x="17739" y="1850"/>
                </a:lnTo>
                <a:lnTo>
                  <a:pt x="17812" y="1874"/>
                </a:lnTo>
                <a:lnTo>
                  <a:pt x="17958" y="1850"/>
                </a:lnTo>
                <a:lnTo>
                  <a:pt x="18080" y="1801"/>
                </a:lnTo>
                <a:lnTo>
                  <a:pt x="18104" y="1996"/>
                </a:lnTo>
                <a:lnTo>
                  <a:pt x="17909" y="2069"/>
                </a:lnTo>
                <a:lnTo>
                  <a:pt x="17788" y="2118"/>
                </a:lnTo>
                <a:lnTo>
                  <a:pt x="17690" y="2215"/>
                </a:lnTo>
                <a:lnTo>
                  <a:pt x="17642" y="2264"/>
                </a:lnTo>
                <a:lnTo>
                  <a:pt x="17642" y="2361"/>
                </a:lnTo>
                <a:lnTo>
                  <a:pt x="17666" y="2410"/>
                </a:lnTo>
                <a:lnTo>
                  <a:pt x="17739" y="2458"/>
                </a:lnTo>
                <a:lnTo>
                  <a:pt x="17836" y="2483"/>
                </a:lnTo>
                <a:lnTo>
                  <a:pt x="17934" y="2458"/>
                </a:lnTo>
                <a:lnTo>
                  <a:pt x="18128" y="2410"/>
                </a:lnTo>
                <a:lnTo>
                  <a:pt x="18153" y="2531"/>
                </a:lnTo>
                <a:lnTo>
                  <a:pt x="18007" y="2555"/>
                </a:lnTo>
                <a:lnTo>
                  <a:pt x="17836" y="2604"/>
                </a:lnTo>
                <a:lnTo>
                  <a:pt x="17763" y="2653"/>
                </a:lnTo>
                <a:lnTo>
                  <a:pt x="17715" y="2726"/>
                </a:lnTo>
                <a:lnTo>
                  <a:pt x="17690" y="2823"/>
                </a:lnTo>
                <a:lnTo>
                  <a:pt x="17690" y="2896"/>
                </a:lnTo>
                <a:lnTo>
                  <a:pt x="17739" y="2945"/>
                </a:lnTo>
                <a:lnTo>
                  <a:pt x="17812" y="2993"/>
                </a:lnTo>
                <a:lnTo>
                  <a:pt x="18153" y="2993"/>
                </a:lnTo>
                <a:lnTo>
                  <a:pt x="18177" y="2969"/>
                </a:lnTo>
                <a:lnTo>
                  <a:pt x="18177" y="3261"/>
                </a:lnTo>
                <a:lnTo>
                  <a:pt x="17739" y="3383"/>
                </a:lnTo>
                <a:lnTo>
                  <a:pt x="17690" y="3407"/>
                </a:lnTo>
                <a:lnTo>
                  <a:pt x="17666" y="3431"/>
                </a:lnTo>
                <a:lnTo>
                  <a:pt x="17617" y="3529"/>
                </a:lnTo>
                <a:lnTo>
                  <a:pt x="17617" y="3577"/>
                </a:lnTo>
                <a:lnTo>
                  <a:pt x="17642" y="3626"/>
                </a:lnTo>
                <a:lnTo>
                  <a:pt x="17666" y="3650"/>
                </a:lnTo>
                <a:lnTo>
                  <a:pt x="17715" y="3699"/>
                </a:lnTo>
                <a:lnTo>
                  <a:pt x="17812" y="3723"/>
                </a:lnTo>
                <a:lnTo>
                  <a:pt x="17934" y="3723"/>
                </a:lnTo>
                <a:lnTo>
                  <a:pt x="18153" y="3699"/>
                </a:lnTo>
                <a:lnTo>
                  <a:pt x="18153" y="3699"/>
                </a:lnTo>
                <a:lnTo>
                  <a:pt x="18104" y="4186"/>
                </a:lnTo>
                <a:lnTo>
                  <a:pt x="17934" y="4088"/>
                </a:lnTo>
                <a:lnTo>
                  <a:pt x="17739" y="4040"/>
                </a:lnTo>
                <a:lnTo>
                  <a:pt x="17642" y="4015"/>
                </a:lnTo>
                <a:lnTo>
                  <a:pt x="17569" y="4040"/>
                </a:lnTo>
                <a:lnTo>
                  <a:pt x="17471" y="4064"/>
                </a:lnTo>
                <a:lnTo>
                  <a:pt x="17423" y="4137"/>
                </a:lnTo>
                <a:lnTo>
                  <a:pt x="17423" y="4186"/>
                </a:lnTo>
                <a:lnTo>
                  <a:pt x="17496" y="4283"/>
                </a:lnTo>
                <a:lnTo>
                  <a:pt x="17617" y="4332"/>
                </a:lnTo>
                <a:lnTo>
                  <a:pt x="17812" y="4429"/>
                </a:lnTo>
                <a:lnTo>
                  <a:pt x="17982" y="4526"/>
                </a:lnTo>
                <a:lnTo>
                  <a:pt x="18055" y="4551"/>
                </a:lnTo>
                <a:lnTo>
                  <a:pt x="17958" y="4940"/>
                </a:lnTo>
                <a:lnTo>
                  <a:pt x="17690" y="4843"/>
                </a:lnTo>
                <a:lnTo>
                  <a:pt x="17471" y="4721"/>
                </a:lnTo>
                <a:lnTo>
                  <a:pt x="17228" y="4648"/>
                </a:lnTo>
                <a:lnTo>
                  <a:pt x="17155" y="4648"/>
                </a:lnTo>
                <a:lnTo>
                  <a:pt x="17155" y="4672"/>
                </a:lnTo>
                <a:lnTo>
                  <a:pt x="17155" y="4721"/>
                </a:lnTo>
                <a:lnTo>
                  <a:pt x="17204" y="4818"/>
                </a:lnTo>
                <a:lnTo>
                  <a:pt x="17252" y="4891"/>
                </a:lnTo>
                <a:lnTo>
                  <a:pt x="17350" y="4989"/>
                </a:lnTo>
                <a:lnTo>
                  <a:pt x="17423" y="5062"/>
                </a:lnTo>
                <a:lnTo>
                  <a:pt x="17642" y="5183"/>
                </a:lnTo>
                <a:lnTo>
                  <a:pt x="17861" y="5256"/>
                </a:lnTo>
                <a:lnTo>
                  <a:pt x="17739" y="5621"/>
                </a:lnTo>
                <a:lnTo>
                  <a:pt x="17617" y="5938"/>
                </a:lnTo>
                <a:lnTo>
                  <a:pt x="17569" y="5889"/>
                </a:lnTo>
                <a:lnTo>
                  <a:pt x="17520" y="5840"/>
                </a:lnTo>
                <a:lnTo>
                  <a:pt x="17398" y="5743"/>
                </a:lnTo>
                <a:lnTo>
                  <a:pt x="17301" y="5670"/>
                </a:lnTo>
                <a:lnTo>
                  <a:pt x="17179" y="5597"/>
                </a:lnTo>
                <a:lnTo>
                  <a:pt x="17082" y="5573"/>
                </a:lnTo>
                <a:lnTo>
                  <a:pt x="16985" y="5548"/>
                </a:lnTo>
                <a:lnTo>
                  <a:pt x="16887" y="5548"/>
                </a:lnTo>
                <a:lnTo>
                  <a:pt x="16766" y="5597"/>
                </a:lnTo>
                <a:lnTo>
                  <a:pt x="16741" y="5621"/>
                </a:lnTo>
                <a:lnTo>
                  <a:pt x="16741" y="5670"/>
                </a:lnTo>
                <a:lnTo>
                  <a:pt x="16741" y="5719"/>
                </a:lnTo>
                <a:lnTo>
                  <a:pt x="16766" y="5743"/>
                </a:lnTo>
                <a:lnTo>
                  <a:pt x="16863" y="5840"/>
                </a:lnTo>
                <a:lnTo>
                  <a:pt x="16936" y="5913"/>
                </a:lnTo>
                <a:lnTo>
                  <a:pt x="17009" y="5962"/>
                </a:lnTo>
                <a:lnTo>
                  <a:pt x="17228" y="6132"/>
                </a:lnTo>
                <a:lnTo>
                  <a:pt x="17325" y="6181"/>
                </a:lnTo>
                <a:lnTo>
                  <a:pt x="17447" y="6205"/>
                </a:lnTo>
                <a:lnTo>
                  <a:pt x="17496" y="6205"/>
                </a:lnTo>
                <a:lnTo>
                  <a:pt x="17325" y="6473"/>
                </a:lnTo>
                <a:lnTo>
                  <a:pt x="17204" y="6473"/>
                </a:lnTo>
                <a:lnTo>
                  <a:pt x="17106" y="6449"/>
                </a:lnTo>
                <a:lnTo>
                  <a:pt x="17009" y="6400"/>
                </a:lnTo>
                <a:lnTo>
                  <a:pt x="16936" y="6351"/>
                </a:lnTo>
                <a:lnTo>
                  <a:pt x="16814" y="6230"/>
                </a:lnTo>
                <a:lnTo>
                  <a:pt x="16668" y="6108"/>
                </a:lnTo>
                <a:lnTo>
                  <a:pt x="16522" y="6035"/>
                </a:lnTo>
                <a:lnTo>
                  <a:pt x="16449" y="6011"/>
                </a:lnTo>
                <a:lnTo>
                  <a:pt x="16352" y="6011"/>
                </a:lnTo>
                <a:lnTo>
                  <a:pt x="16279" y="6035"/>
                </a:lnTo>
                <a:lnTo>
                  <a:pt x="16182" y="6084"/>
                </a:lnTo>
                <a:lnTo>
                  <a:pt x="16133" y="6132"/>
                </a:lnTo>
                <a:lnTo>
                  <a:pt x="16133" y="6181"/>
                </a:lnTo>
                <a:lnTo>
                  <a:pt x="16182" y="6230"/>
                </a:lnTo>
                <a:lnTo>
                  <a:pt x="16230" y="6254"/>
                </a:lnTo>
                <a:lnTo>
                  <a:pt x="16303" y="6254"/>
                </a:lnTo>
                <a:lnTo>
                  <a:pt x="16401" y="6303"/>
                </a:lnTo>
                <a:lnTo>
                  <a:pt x="16547" y="6424"/>
                </a:lnTo>
                <a:lnTo>
                  <a:pt x="16693" y="6570"/>
                </a:lnTo>
                <a:lnTo>
                  <a:pt x="16814" y="6692"/>
                </a:lnTo>
                <a:lnTo>
                  <a:pt x="16936" y="6789"/>
                </a:lnTo>
                <a:lnTo>
                  <a:pt x="17082" y="6838"/>
                </a:lnTo>
                <a:lnTo>
                  <a:pt x="16668" y="7325"/>
                </a:lnTo>
                <a:lnTo>
                  <a:pt x="16157" y="7106"/>
                </a:lnTo>
                <a:lnTo>
                  <a:pt x="16011" y="7033"/>
                </a:lnTo>
                <a:lnTo>
                  <a:pt x="15865" y="7008"/>
                </a:lnTo>
                <a:lnTo>
                  <a:pt x="15744" y="7008"/>
                </a:lnTo>
                <a:lnTo>
                  <a:pt x="15598" y="7057"/>
                </a:lnTo>
                <a:lnTo>
                  <a:pt x="15573" y="7081"/>
                </a:lnTo>
                <a:lnTo>
                  <a:pt x="15549" y="7106"/>
                </a:lnTo>
                <a:lnTo>
                  <a:pt x="15549" y="7154"/>
                </a:lnTo>
                <a:lnTo>
                  <a:pt x="15573" y="7179"/>
                </a:lnTo>
                <a:lnTo>
                  <a:pt x="15646" y="7276"/>
                </a:lnTo>
                <a:lnTo>
                  <a:pt x="15744" y="7349"/>
                </a:lnTo>
                <a:lnTo>
                  <a:pt x="15987" y="7495"/>
                </a:lnTo>
                <a:lnTo>
                  <a:pt x="16328" y="7665"/>
                </a:lnTo>
                <a:lnTo>
                  <a:pt x="16036" y="7957"/>
                </a:lnTo>
                <a:lnTo>
                  <a:pt x="15890" y="7909"/>
                </a:lnTo>
                <a:lnTo>
                  <a:pt x="15744" y="7884"/>
                </a:lnTo>
                <a:lnTo>
                  <a:pt x="15598" y="7860"/>
                </a:lnTo>
                <a:lnTo>
                  <a:pt x="15452" y="7836"/>
                </a:lnTo>
                <a:lnTo>
                  <a:pt x="15160" y="7690"/>
                </a:lnTo>
                <a:lnTo>
                  <a:pt x="15014" y="7641"/>
                </a:lnTo>
                <a:lnTo>
                  <a:pt x="14868" y="7592"/>
                </a:lnTo>
                <a:lnTo>
                  <a:pt x="14819" y="7617"/>
                </a:lnTo>
                <a:lnTo>
                  <a:pt x="14770" y="7665"/>
                </a:lnTo>
                <a:lnTo>
                  <a:pt x="14770" y="7714"/>
                </a:lnTo>
                <a:lnTo>
                  <a:pt x="14770" y="7763"/>
                </a:lnTo>
                <a:lnTo>
                  <a:pt x="14843" y="7860"/>
                </a:lnTo>
                <a:lnTo>
                  <a:pt x="14916" y="7957"/>
                </a:lnTo>
                <a:lnTo>
                  <a:pt x="15135" y="8128"/>
                </a:lnTo>
                <a:lnTo>
                  <a:pt x="15427" y="8249"/>
                </a:lnTo>
                <a:lnTo>
                  <a:pt x="15549" y="8298"/>
                </a:lnTo>
                <a:lnTo>
                  <a:pt x="15695" y="8322"/>
                </a:lnTo>
                <a:lnTo>
                  <a:pt x="15403" y="8639"/>
                </a:lnTo>
                <a:lnTo>
                  <a:pt x="15184" y="8590"/>
                </a:lnTo>
                <a:lnTo>
                  <a:pt x="14965" y="8541"/>
                </a:lnTo>
                <a:lnTo>
                  <a:pt x="14770" y="8468"/>
                </a:lnTo>
                <a:lnTo>
                  <a:pt x="14576" y="8347"/>
                </a:lnTo>
                <a:lnTo>
                  <a:pt x="14551" y="8322"/>
                </a:lnTo>
                <a:lnTo>
                  <a:pt x="14503" y="8322"/>
                </a:lnTo>
                <a:lnTo>
                  <a:pt x="14454" y="8371"/>
                </a:lnTo>
                <a:lnTo>
                  <a:pt x="14430" y="8420"/>
                </a:lnTo>
                <a:lnTo>
                  <a:pt x="14430" y="8493"/>
                </a:lnTo>
                <a:lnTo>
                  <a:pt x="14478" y="8590"/>
                </a:lnTo>
                <a:lnTo>
                  <a:pt x="14551" y="8687"/>
                </a:lnTo>
                <a:lnTo>
                  <a:pt x="14722" y="8809"/>
                </a:lnTo>
                <a:lnTo>
                  <a:pt x="14892" y="8906"/>
                </a:lnTo>
                <a:lnTo>
                  <a:pt x="15111" y="8979"/>
                </a:lnTo>
                <a:lnTo>
                  <a:pt x="14843" y="9271"/>
                </a:lnTo>
                <a:lnTo>
                  <a:pt x="14795" y="9247"/>
                </a:lnTo>
                <a:lnTo>
                  <a:pt x="14503" y="9150"/>
                </a:lnTo>
                <a:lnTo>
                  <a:pt x="14211" y="9052"/>
                </a:lnTo>
                <a:lnTo>
                  <a:pt x="13919" y="8955"/>
                </a:lnTo>
                <a:lnTo>
                  <a:pt x="13627" y="8858"/>
                </a:lnTo>
                <a:lnTo>
                  <a:pt x="13578" y="8858"/>
                </a:lnTo>
                <a:lnTo>
                  <a:pt x="13554" y="8882"/>
                </a:lnTo>
                <a:lnTo>
                  <a:pt x="13529" y="8931"/>
                </a:lnTo>
                <a:lnTo>
                  <a:pt x="13554" y="8955"/>
                </a:lnTo>
                <a:lnTo>
                  <a:pt x="13627" y="9077"/>
                </a:lnTo>
                <a:lnTo>
                  <a:pt x="13748" y="9198"/>
                </a:lnTo>
                <a:lnTo>
                  <a:pt x="13846" y="9296"/>
                </a:lnTo>
                <a:lnTo>
                  <a:pt x="13992" y="9369"/>
                </a:lnTo>
                <a:lnTo>
                  <a:pt x="14284" y="9515"/>
                </a:lnTo>
                <a:lnTo>
                  <a:pt x="14576" y="9612"/>
                </a:lnTo>
                <a:lnTo>
                  <a:pt x="14211" y="10001"/>
                </a:lnTo>
                <a:lnTo>
                  <a:pt x="14186" y="9953"/>
                </a:lnTo>
                <a:lnTo>
                  <a:pt x="14113" y="9904"/>
                </a:lnTo>
                <a:lnTo>
                  <a:pt x="13846" y="9709"/>
                </a:lnTo>
                <a:lnTo>
                  <a:pt x="13529" y="9563"/>
                </a:lnTo>
                <a:lnTo>
                  <a:pt x="13359" y="9490"/>
                </a:lnTo>
                <a:lnTo>
                  <a:pt x="13213" y="9442"/>
                </a:lnTo>
                <a:lnTo>
                  <a:pt x="13043" y="9393"/>
                </a:lnTo>
                <a:lnTo>
                  <a:pt x="12824" y="9393"/>
                </a:lnTo>
                <a:lnTo>
                  <a:pt x="12799" y="9442"/>
                </a:lnTo>
                <a:lnTo>
                  <a:pt x="12799" y="9490"/>
                </a:lnTo>
                <a:lnTo>
                  <a:pt x="12824" y="9515"/>
                </a:lnTo>
                <a:lnTo>
                  <a:pt x="13067" y="9734"/>
                </a:lnTo>
                <a:lnTo>
                  <a:pt x="13335" y="9904"/>
                </a:lnTo>
                <a:lnTo>
                  <a:pt x="13627" y="10074"/>
                </a:lnTo>
                <a:lnTo>
                  <a:pt x="13919" y="10220"/>
                </a:lnTo>
                <a:lnTo>
                  <a:pt x="13967" y="10245"/>
                </a:lnTo>
                <a:lnTo>
                  <a:pt x="13894" y="10318"/>
                </a:lnTo>
                <a:lnTo>
                  <a:pt x="13748" y="10464"/>
                </a:lnTo>
                <a:lnTo>
                  <a:pt x="13700" y="10391"/>
                </a:lnTo>
                <a:lnTo>
                  <a:pt x="13627" y="10318"/>
                </a:lnTo>
                <a:lnTo>
                  <a:pt x="13456" y="10220"/>
                </a:lnTo>
                <a:lnTo>
                  <a:pt x="13091" y="10074"/>
                </a:lnTo>
                <a:lnTo>
                  <a:pt x="12897" y="10026"/>
                </a:lnTo>
                <a:lnTo>
                  <a:pt x="12702" y="9953"/>
                </a:lnTo>
                <a:lnTo>
                  <a:pt x="12507" y="9928"/>
                </a:lnTo>
                <a:lnTo>
                  <a:pt x="12288" y="9904"/>
                </a:lnTo>
                <a:lnTo>
                  <a:pt x="12240" y="9904"/>
                </a:lnTo>
                <a:lnTo>
                  <a:pt x="12215" y="9928"/>
                </a:lnTo>
                <a:lnTo>
                  <a:pt x="12191" y="9977"/>
                </a:lnTo>
                <a:lnTo>
                  <a:pt x="12215" y="10050"/>
                </a:lnTo>
                <a:lnTo>
                  <a:pt x="12264" y="10099"/>
                </a:lnTo>
                <a:lnTo>
                  <a:pt x="12459" y="10196"/>
                </a:lnTo>
                <a:lnTo>
                  <a:pt x="12629" y="10293"/>
                </a:lnTo>
                <a:lnTo>
                  <a:pt x="12994" y="10512"/>
                </a:lnTo>
                <a:lnTo>
                  <a:pt x="13237" y="10634"/>
                </a:lnTo>
                <a:lnTo>
                  <a:pt x="13359" y="10682"/>
                </a:lnTo>
                <a:lnTo>
                  <a:pt x="13505" y="10707"/>
                </a:lnTo>
                <a:lnTo>
                  <a:pt x="12921" y="11291"/>
                </a:lnTo>
                <a:lnTo>
                  <a:pt x="12799" y="11193"/>
                </a:lnTo>
                <a:lnTo>
                  <a:pt x="12653" y="11096"/>
                </a:lnTo>
                <a:lnTo>
                  <a:pt x="12434" y="10974"/>
                </a:lnTo>
                <a:lnTo>
                  <a:pt x="12240" y="10828"/>
                </a:lnTo>
                <a:lnTo>
                  <a:pt x="12021" y="10682"/>
                </a:lnTo>
                <a:lnTo>
                  <a:pt x="11802" y="10585"/>
                </a:lnTo>
                <a:lnTo>
                  <a:pt x="11680" y="10537"/>
                </a:lnTo>
                <a:lnTo>
                  <a:pt x="11534" y="10537"/>
                </a:lnTo>
                <a:lnTo>
                  <a:pt x="11510" y="10561"/>
                </a:lnTo>
                <a:lnTo>
                  <a:pt x="11510" y="10585"/>
                </a:lnTo>
                <a:lnTo>
                  <a:pt x="11534" y="10609"/>
                </a:lnTo>
                <a:lnTo>
                  <a:pt x="11704" y="10804"/>
                </a:lnTo>
                <a:lnTo>
                  <a:pt x="11996" y="11072"/>
                </a:lnTo>
                <a:lnTo>
                  <a:pt x="12337" y="11364"/>
                </a:lnTo>
                <a:lnTo>
                  <a:pt x="12507" y="11461"/>
                </a:lnTo>
                <a:lnTo>
                  <a:pt x="12678" y="11534"/>
                </a:lnTo>
                <a:lnTo>
                  <a:pt x="12337" y="11875"/>
                </a:lnTo>
                <a:lnTo>
                  <a:pt x="12215" y="11826"/>
                </a:lnTo>
                <a:lnTo>
                  <a:pt x="12094" y="11777"/>
                </a:lnTo>
                <a:lnTo>
                  <a:pt x="11899" y="11680"/>
                </a:lnTo>
                <a:lnTo>
                  <a:pt x="11510" y="11437"/>
                </a:lnTo>
                <a:lnTo>
                  <a:pt x="11291" y="11339"/>
                </a:lnTo>
                <a:lnTo>
                  <a:pt x="11193" y="11315"/>
                </a:lnTo>
                <a:lnTo>
                  <a:pt x="11072" y="11291"/>
                </a:lnTo>
                <a:lnTo>
                  <a:pt x="10999" y="11315"/>
                </a:lnTo>
                <a:lnTo>
                  <a:pt x="10974" y="11364"/>
                </a:lnTo>
                <a:lnTo>
                  <a:pt x="10950" y="11437"/>
                </a:lnTo>
                <a:lnTo>
                  <a:pt x="10999" y="11485"/>
                </a:lnTo>
                <a:lnTo>
                  <a:pt x="11266" y="11704"/>
                </a:lnTo>
                <a:lnTo>
                  <a:pt x="11558" y="11923"/>
                </a:lnTo>
                <a:lnTo>
                  <a:pt x="11777" y="12069"/>
                </a:lnTo>
                <a:lnTo>
                  <a:pt x="12045" y="12191"/>
                </a:lnTo>
                <a:lnTo>
                  <a:pt x="11753" y="12483"/>
                </a:lnTo>
                <a:lnTo>
                  <a:pt x="11485" y="12264"/>
                </a:lnTo>
                <a:lnTo>
                  <a:pt x="11218" y="12045"/>
                </a:lnTo>
                <a:lnTo>
                  <a:pt x="11047" y="11899"/>
                </a:lnTo>
                <a:lnTo>
                  <a:pt x="10877" y="11777"/>
                </a:lnTo>
                <a:lnTo>
                  <a:pt x="10682" y="11680"/>
                </a:lnTo>
                <a:lnTo>
                  <a:pt x="10488" y="11631"/>
                </a:lnTo>
                <a:lnTo>
                  <a:pt x="10439" y="11656"/>
                </a:lnTo>
                <a:lnTo>
                  <a:pt x="10439" y="11680"/>
                </a:lnTo>
                <a:lnTo>
                  <a:pt x="10415" y="11704"/>
                </a:lnTo>
                <a:lnTo>
                  <a:pt x="10439" y="11753"/>
                </a:lnTo>
                <a:lnTo>
                  <a:pt x="11072" y="12410"/>
                </a:lnTo>
                <a:lnTo>
                  <a:pt x="11242" y="12605"/>
                </a:lnTo>
                <a:lnTo>
                  <a:pt x="11461" y="12775"/>
                </a:lnTo>
                <a:lnTo>
                  <a:pt x="11315" y="12945"/>
                </a:lnTo>
                <a:lnTo>
                  <a:pt x="11193" y="12848"/>
                </a:lnTo>
                <a:lnTo>
                  <a:pt x="11047" y="12775"/>
                </a:lnTo>
                <a:lnTo>
                  <a:pt x="10780" y="12629"/>
                </a:lnTo>
                <a:lnTo>
                  <a:pt x="10366" y="12361"/>
                </a:lnTo>
                <a:lnTo>
                  <a:pt x="10172" y="12215"/>
                </a:lnTo>
                <a:lnTo>
                  <a:pt x="9977" y="12069"/>
                </a:lnTo>
                <a:lnTo>
                  <a:pt x="9953" y="12045"/>
                </a:lnTo>
                <a:lnTo>
                  <a:pt x="9928" y="12069"/>
                </a:lnTo>
                <a:lnTo>
                  <a:pt x="9904" y="12094"/>
                </a:lnTo>
                <a:lnTo>
                  <a:pt x="9928" y="12118"/>
                </a:lnTo>
                <a:lnTo>
                  <a:pt x="10220" y="12532"/>
                </a:lnTo>
                <a:lnTo>
                  <a:pt x="10391" y="12702"/>
                </a:lnTo>
                <a:lnTo>
                  <a:pt x="10585" y="12897"/>
                </a:lnTo>
                <a:lnTo>
                  <a:pt x="10804" y="13067"/>
                </a:lnTo>
                <a:lnTo>
                  <a:pt x="10926" y="13140"/>
                </a:lnTo>
                <a:lnTo>
                  <a:pt x="11047" y="13213"/>
                </a:lnTo>
                <a:lnTo>
                  <a:pt x="10780" y="13456"/>
                </a:lnTo>
                <a:lnTo>
                  <a:pt x="10439" y="13213"/>
                </a:lnTo>
                <a:lnTo>
                  <a:pt x="10099" y="12970"/>
                </a:lnTo>
                <a:lnTo>
                  <a:pt x="9928" y="12872"/>
                </a:lnTo>
                <a:lnTo>
                  <a:pt x="9734" y="12799"/>
                </a:lnTo>
                <a:lnTo>
                  <a:pt x="9563" y="12726"/>
                </a:lnTo>
                <a:lnTo>
                  <a:pt x="9369" y="12726"/>
                </a:lnTo>
                <a:lnTo>
                  <a:pt x="9320" y="12751"/>
                </a:lnTo>
                <a:lnTo>
                  <a:pt x="9320" y="12775"/>
                </a:lnTo>
                <a:lnTo>
                  <a:pt x="9320" y="12799"/>
                </a:lnTo>
                <a:lnTo>
                  <a:pt x="9442" y="12921"/>
                </a:lnTo>
                <a:lnTo>
                  <a:pt x="9588" y="13043"/>
                </a:lnTo>
                <a:lnTo>
                  <a:pt x="9855" y="13262"/>
                </a:lnTo>
                <a:lnTo>
                  <a:pt x="10464" y="13773"/>
                </a:lnTo>
                <a:lnTo>
                  <a:pt x="10293" y="13943"/>
                </a:lnTo>
                <a:lnTo>
                  <a:pt x="10123" y="13821"/>
                </a:lnTo>
                <a:lnTo>
                  <a:pt x="9953" y="13724"/>
                </a:lnTo>
                <a:lnTo>
                  <a:pt x="9612" y="13554"/>
                </a:lnTo>
                <a:lnTo>
                  <a:pt x="9393" y="13408"/>
                </a:lnTo>
                <a:lnTo>
                  <a:pt x="9223" y="13237"/>
                </a:lnTo>
                <a:lnTo>
                  <a:pt x="9052" y="13067"/>
                </a:lnTo>
                <a:lnTo>
                  <a:pt x="8906" y="12848"/>
                </a:lnTo>
                <a:lnTo>
                  <a:pt x="8833" y="12799"/>
                </a:lnTo>
                <a:lnTo>
                  <a:pt x="8760" y="12799"/>
                </a:lnTo>
                <a:lnTo>
                  <a:pt x="8712" y="12824"/>
                </a:lnTo>
                <a:lnTo>
                  <a:pt x="8663" y="12897"/>
                </a:lnTo>
                <a:lnTo>
                  <a:pt x="8639" y="13018"/>
                </a:lnTo>
                <a:lnTo>
                  <a:pt x="8663" y="13164"/>
                </a:lnTo>
                <a:lnTo>
                  <a:pt x="8687" y="13286"/>
                </a:lnTo>
                <a:lnTo>
                  <a:pt x="8760" y="13408"/>
                </a:lnTo>
                <a:lnTo>
                  <a:pt x="8833" y="13529"/>
                </a:lnTo>
                <a:lnTo>
                  <a:pt x="8931" y="13627"/>
                </a:lnTo>
                <a:lnTo>
                  <a:pt x="9125" y="13821"/>
                </a:lnTo>
                <a:lnTo>
                  <a:pt x="9490" y="14089"/>
                </a:lnTo>
                <a:lnTo>
                  <a:pt x="9685" y="14211"/>
                </a:lnTo>
                <a:lnTo>
                  <a:pt x="9904" y="14308"/>
                </a:lnTo>
                <a:lnTo>
                  <a:pt x="9661" y="14527"/>
                </a:lnTo>
                <a:lnTo>
                  <a:pt x="9369" y="14381"/>
                </a:lnTo>
                <a:lnTo>
                  <a:pt x="9052" y="14235"/>
                </a:lnTo>
                <a:lnTo>
                  <a:pt x="8760" y="14089"/>
                </a:lnTo>
                <a:lnTo>
                  <a:pt x="8614" y="13992"/>
                </a:lnTo>
                <a:lnTo>
                  <a:pt x="8468" y="13919"/>
                </a:lnTo>
                <a:lnTo>
                  <a:pt x="8444" y="13894"/>
                </a:lnTo>
                <a:lnTo>
                  <a:pt x="8420" y="13894"/>
                </a:lnTo>
                <a:lnTo>
                  <a:pt x="8395" y="13919"/>
                </a:lnTo>
                <a:lnTo>
                  <a:pt x="8395" y="13967"/>
                </a:lnTo>
                <a:lnTo>
                  <a:pt x="8468" y="14138"/>
                </a:lnTo>
                <a:lnTo>
                  <a:pt x="8566" y="14308"/>
                </a:lnTo>
                <a:lnTo>
                  <a:pt x="8687" y="14430"/>
                </a:lnTo>
                <a:lnTo>
                  <a:pt x="8833" y="14551"/>
                </a:lnTo>
                <a:lnTo>
                  <a:pt x="9296" y="14868"/>
                </a:lnTo>
                <a:lnTo>
                  <a:pt x="9004" y="15160"/>
                </a:lnTo>
                <a:lnTo>
                  <a:pt x="8614" y="14770"/>
                </a:lnTo>
                <a:lnTo>
                  <a:pt x="8201" y="14405"/>
                </a:lnTo>
                <a:lnTo>
                  <a:pt x="7398" y="13700"/>
                </a:lnTo>
                <a:lnTo>
                  <a:pt x="6984" y="13359"/>
                </a:lnTo>
                <a:lnTo>
                  <a:pt x="6595" y="12994"/>
                </a:lnTo>
                <a:lnTo>
                  <a:pt x="6205" y="12605"/>
                </a:lnTo>
                <a:lnTo>
                  <a:pt x="5840" y="12215"/>
                </a:lnTo>
                <a:lnTo>
                  <a:pt x="5500" y="11777"/>
                </a:lnTo>
                <a:lnTo>
                  <a:pt x="5135" y="11315"/>
                </a:lnTo>
                <a:lnTo>
                  <a:pt x="4794" y="10901"/>
                </a:lnTo>
                <a:lnTo>
                  <a:pt x="4599" y="10682"/>
                </a:lnTo>
                <a:lnTo>
                  <a:pt x="4405" y="10488"/>
                </a:lnTo>
                <a:lnTo>
                  <a:pt x="4137" y="10269"/>
                </a:lnTo>
                <a:lnTo>
                  <a:pt x="3845" y="10074"/>
                </a:lnTo>
                <a:lnTo>
                  <a:pt x="3553" y="9855"/>
                </a:lnTo>
                <a:lnTo>
                  <a:pt x="3285" y="9661"/>
                </a:lnTo>
                <a:lnTo>
                  <a:pt x="3261" y="9588"/>
                </a:lnTo>
                <a:lnTo>
                  <a:pt x="3602" y="9296"/>
                </a:lnTo>
                <a:lnTo>
                  <a:pt x="3967" y="9004"/>
                </a:lnTo>
                <a:lnTo>
                  <a:pt x="4332" y="8712"/>
                </a:lnTo>
                <a:lnTo>
                  <a:pt x="4672" y="8420"/>
                </a:lnTo>
                <a:lnTo>
                  <a:pt x="5646" y="7519"/>
                </a:lnTo>
                <a:lnTo>
                  <a:pt x="6595" y="6595"/>
                </a:lnTo>
                <a:lnTo>
                  <a:pt x="6984" y="6205"/>
                </a:lnTo>
                <a:lnTo>
                  <a:pt x="7349" y="5792"/>
                </a:lnTo>
                <a:lnTo>
                  <a:pt x="8055" y="4940"/>
                </a:lnTo>
                <a:lnTo>
                  <a:pt x="8760" y="4088"/>
                </a:lnTo>
                <a:lnTo>
                  <a:pt x="9466" y="3237"/>
                </a:lnTo>
                <a:lnTo>
                  <a:pt x="9855" y="2799"/>
                </a:lnTo>
                <a:lnTo>
                  <a:pt x="10269" y="2410"/>
                </a:lnTo>
                <a:lnTo>
                  <a:pt x="10707" y="2045"/>
                </a:lnTo>
                <a:lnTo>
                  <a:pt x="11169" y="1704"/>
                </a:lnTo>
                <a:lnTo>
                  <a:pt x="11631" y="1412"/>
                </a:lnTo>
                <a:lnTo>
                  <a:pt x="12142" y="1144"/>
                </a:lnTo>
                <a:lnTo>
                  <a:pt x="12678" y="950"/>
                </a:lnTo>
                <a:lnTo>
                  <a:pt x="13237" y="779"/>
                </a:lnTo>
                <a:lnTo>
                  <a:pt x="13797" y="658"/>
                </a:lnTo>
                <a:lnTo>
                  <a:pt x="14381" y="585"/>
                </a:lnTo>
                <a:lnTo>
                  <a:pt x="14941" y="560"/>
                </a:lnTo>
                <a:close/>
                <a:moveTo>
                  <a:pt x="11777" y="13237"/>
                </a:moveTo>
                <a:lnTo>
                  <a:pt x="11777" y="13602"/>
                </a:lnTo>
                <a:lnTo>
                  <a:pt x="11753" y="13967"/>
                </a:lnTo>
                <a:lnTo>
                  <a:pt x="11704" y="14746"/>
                </a:lnTo>
                <a:lnTo>
                  <a:pt x="11680" y="15549"/>
                </a:lnTo>
                <a:lnTo>
                  <a:pt x="11656" y="16328"/>
                </a:lnTo>
                <a:lnTo>
                  <a:pt x="11485" y="16084"/>
                </a:lnTo>
                <a:lnTo>
                  <a:pt x="11291" y="15865"/>
                </a:lnTo>
                <a:lnTo>
                  <a:pt x="10877" y="15427"/>
                </a:lnTo>
                <a:lnTo>
                  <a:pt x="10755" y="15257"/>
                </a:lnTo>
                <a:lnTo>
                  <a:pt x="10610" y="15062"/>
                </a:lnTo>
                <a:lnTo>
                  <a:pt x="10464" y="14868"/>
                </a:lnTo>
                <a:lnTo>
                  <a:pt x="10366" y="14770"/>
                </a:lnTo>
                <a:lnTo>
                  <a:pt x="10293" y="14722"/>
                </a:lnTo>
                <a:lnTo>
                  <a:pt x="10731" y="14284"/>
                </a:lnTo>
                <a:lnTo>
                  <a:pt x="11266" y="13773"/>
                </a:lnTo>
                <a:lnTo>
                  <a:pt x="11777" y="13237"/>
                </a:lnTo>
                <a:close/>
                <a:moveTo>
                  <a:pt x="3431" y="14381"/>
                </a:moveTo>
                <a:lnTo>
                  <a:pt x="3553" y="14405"/>
                </a:lnTo>
                <a:lnTo>
                  <a:pt x="3699" y="14454"/>
                </a:lnTo>
                <a:lnTo>
                  <a:pt x="3699" y="14527"/>
                </a:lnTo>
                <a:lnTo>
                  <a:pt x="3723" y="14576"/>
                </a:lnTo>
                <a:lnTo>
                  <a:pt x="3602" y="14576"/>
                </a:lnTo>
                <a:lnTo>
                  <a:pt x="3553" y="14600"/>
                </a:lnTo>
                <a:lnTo>
                  <a:pt x="3504" y="14649"/>
                </a:lnTo>
                <a:lnTo>
                  <a:pt x="3334" y="14843"/>
                </a:lnTo>
                <a:lnTo>
                  <a:pt x="3164" y="15038"/>
                </a:lnTo>
                <a:lnTo>
                  <a:pt x="2969" y="15233"/>
                </a:lnTo>
                <a:lnTo>
                  <a:pt x="2896" y="15330"/>
                </a:lnTo>
                <a:lnTo>
                  <a:pt x="2847" y="15452"/>
                </a:lnTo>
                <a:lnTo>
                  <a:pt x="2847" y="15525"/>
                </a:lnTo>
                <a:lnTo>
                  <a:pt x="2872" y="15573"/>
                </a:lnTo>
                <a:lnTo>
                  <a:pt x="2896" y="15622"/>
                </a:lnTo>
                <a:lnTo>
                  <a:pt x="2945" y="15646"/>
                </a:lnTo>
                <a:lnTo>
                  <a:pt x="3115" y="15646"/>
                </a:lnTo>
                <a:lnTo>
                  <a:pt x="3237" y="15598"/>
                </a:lnTo>
                <a:lnTo>
                  <a:pt x="3358" y="15525"/>
                </a:lnTo>
                <a:lnTo>
                  <a:pt x="3480" y="15427"/>
                </a:lnTo>
                <a:lnTo>
                  <a:pt x="3699" y="15208"/>
                </a:lnTo>
                <a:lnTo>
                  <a:pt x="3894" y="14941"/>
                </a:lnTo>
                <a:lnTo>
                  <a:pt x="3918" y="14868"/>
                </a:lnTo>
                <a:lnTo>
                  <a:pt x="3918" y="14795"/>
                </a:lnTo>
                <a:lnTo>
                  <a:pt x="3918" y="14722"/>
                </a:lnTo>
                <a:lnTo>
                  <a:pt x="3869" y="14673"/>
                </a:lnTo>
                <a:lnTo>
                  <a:pt x="3918" y="14697"/>
                </a:lnTo>
                <a:lnTo>
                  <a:pt x="3967" y="14770"/>
                </a:lnTo>
                <a:lnTo>
                  <a:pt x="3967" y="14819"/>
                </a:lnTo>
                <a:lnTo>
                  <a:pt x="3967" y="14892"/>
                </a:lnTo>
                <a:lnTo>
                  <a:pt x="3942" y="15087"/>
                </a:lnTo>
                <a:lnTo>
                  <a:pt x="3894" y="15281"/>
                </a:lnTo>
                <a:lnTo>
                  <a:pt x="3699" y="15671"/>
                </a:lnTo>
                <a:lnTo>
                  <a:pt x="3553" y="15938"/>
                </a:lnTo>
                <a:lnTo>
                  <a:pt x="3480" y="16060"/>
                </a:lnTo>
                <a:lnTo>
                  <a:pt x="3358" y="16157"/>
                </a:lnTo>
                <a:lnTo>
                  <a:pt x="3261" y="16230"/>
                </a:lnTo>
                <a:lnTo>
                  <a:pt x="3115" y="16303"/>
                </a:lnTo>
                <a:lnTo>
                  <a:pt x="2847" y="16376"/>
                </a:lnTo>
                <a:lnTo>
                  <a:pt x="2556" y="16425"/>
                </a:lnTo>
                <a:lnTo>
                  <a:pt x="2361" y="16449"/>
                </a:lnTo>
                <a:lnTo>
                  <a:pt x="2166" y="16449"/>
                </a:lnTo>
                <a:lnTo>
                  <a:pt x="2312" y="16182"/>
                </a:lnTo>
                <a:lnTo>
                  <a:pt x="2434" y="15890"/>
                </a:lnTo>
                <a:lnTo>
                  <a:pt x="2629" y="15403"/>
                </a:lnTo>
                <a:lnTo>
                  <a:pt x="2726" y="15160"/>
                </a:lnTo>
                <a:lnTo>
                  <a:pt x="2847" y="14916"/>
                </a:lnTo>
                <a:lnTo>
                  <a:pt x="2993" y="14697"/>
                </a:lnTo>
                <a:lnTo>
                  <a:pt x="3164" y="14503"/>
                </a:lnTo>
                <a:lnTo>
                  <a:pt x="3237" y="14430"/>
                </a:lnTo>
                <a:lnTo>
                  <a:pt x="3310" y="14405"/>
                </a:lnTo>
                <a:lnTo>
                  <a:pt x="3358" y="14381"/>
                </a:lnTo>
                <a:close/>
                <a:moveTo>
                  <a:pt x="3066" y="10001"/>
                </a:moveTo>
                <a:lnTo>
                  <a:pt x="3188" y="10147"/>
                </a:lnTo>
                <a:lnTo>
                  <a:pt x="3334" y="10293"/>
                </a:lnTo>
                <a:lnTo>
                  <a:pt x="3650" y="10488"/>
                </a:lnTo>
                <a:lnTo>
                  <a:pt x="3894" y="10682"/>
                </a:lnTo>
                <a:lnTo>
                  <a:pt x="4113" y="10877"/>
                </a:lnTo>
                <a:lnTo>
                  <a:pt x="4332" y="11096"/>
                </a:lnTo>
                <a:lnTo>
                  <a:pt x="4526" y="11315"/>
                </a:lnTo>
                <a:lnTo>
                  <a:pt x="4891" y="11777"/>
                </a:lnTo>
                <a:lnTo>
                  <a:pt x="5256" y="12264"/>
                </a:lnTo>
                <a:lnTo>
                  <a:pt x="5621" y="12702"/>
                </a:lnTo>
                <a:lnTo>
                  <a:pt x="6011" y="13140"/>
                </a:lnTo>
                <a:lnTo>
                  <a:pt x="6449" y="13529"/>
                </a:lnTo>
                <a:lnTo>
                  <a:pt x="6862" y="13919"/>
                </a:lnTo>
                <a:lnTo>
                  <a:pt x="7763" y="14697"/>
                </a:lnTo>
                <a:lnTo>
                  <a:pt x="8176" y="15087"/>
                </a:lnTo>
                <a:lnTo>
                  <a:pt x="8614" y="15500"/>
                </a:lnTo>
                <a:lnTo>
                  <a:pt x="8590" y="15525"/>
                </a:lnTo>
                <a:lnTo>
                  <a:pt x="8517" y="15573"/>
                </a:lnTo>
                <a:lnTo>
                  <a:pt x="8468" y="15646"/>
                </a:lnTo>
                <a:lnTo>
                  <a:pt x="8468" y="15719"/>
                </a:lnTo>
                <a:lnTo>
                  <a:pt x="8395" y="15914"/>
                </a:lnTo>
                <a:lnTo>
                  <a:pt x="8322" y="16133"/>
                </a:lnTo>
                <a:lnTo>
                  <a:pt x="8176" y="16547"/>
                </a:lnTo>
                <a:lnTo>
                  <a:pt x="7227" y="15817"/>
                </a:lnTo>
                <a:lnTo>
                  <a:pt x="6303" y="15062"/>
                </a:lnTo>
                <a:lnTo>
                  <a:pt x="5840" y="14649"/>
                </a:lnTo>
                <a:lnTo>
                  <a:pt x="5378" y="14259"/>
                </a:lnTo>
                <a:lnTo>
                  <a:pt x="4964" y="13846"/>
                </a:lnTo>
                <a:lnTo>
                  <a:pt x="4551" y="13408"/>
                </a:lnTo>
                <a:lnTo>
                  <a:pt x="3821" y="12580"/>
                </a:lnTo>
                <a:lnTo>
                  <a:pt x="3456" y="12142"/>
                </a:lnTo>
                <a:lnTo>
                  <a:pt x="3091" y="11729"/>
                </a:lnTo>
                <a:lnTo>
                  <a:pt x="2702" y="11315"/>
                </a:lnTo>
                <a:lnTo>
                  <a:pt x="2288" y="10950"/>
                </a:lnTo>
                <a:lnTo>
                  <a:pt x="1850" y="10609"/>
                </a:lnTo>
                <a:lnTo>
                  <a:pt x="1607" y="10464"/>
                </a:lnTo>
                <a:lnTo>
                  <a:pt x="1388" y="10318"/>
                </a:lnTo>
                <a:lnTo>
                  <a:pt x="1534" y="10318"/>
                </a:lnTo>
                <a:lnTo>
                  <a:pt x="1655" y="10293"/>
                </a:lnTo>
                <a:lnTo>
                  <a:pt x="1947" y="10245"/>
                </a:lnTo>
                <a:lnTo>
                  <a:pt x="2507" y="10147"/>
                </a:lnTo>
                <a:lnTo>
                  <a:pt x="3066" y="10001"/>
                </a:lnTo>
                <a:close/>
                <a:moveTo>
                  <a:pt x="4989" y="16328"/>
                </a:moveTo>
                <a:lnTo>
                  <a:pt x="5110" y="16352"/>
                </a:lnTo>
                <a:lnTo>
                  <a:pt x="5086" y="16401"/>
                </a:lnTo>
                <a:lnTo>
                  <a:pt x="5062" y="16474"/>
                </a:lnTo>
                <a:lnTo>
                  <a:pt x="4989" y="16522"/>
                </a:lnTo>
                <a:lnTo>
                  <a:pt x="4843" y="16620"/>
                </a:lnTo>
                <a:lnTo>
                  <a:pt x="4551" y="16741"/>
                </a:lnTo>
                <a:lnTo>
                  <a:pt x="4551" y="16741"/>
                </a:lnTo>
                <a:lnTo>
                  <a:pt x="4599" y="16620"/>
                </a:lnTo>
                <a:lnTo>
                  <a:pt x="4672" y="16474"/>
                </a:lnTo>
                <a:lnTo>
                  <a:pt x="4770" y="16376"/>
                </a:lnTo>
                <a:lnTo>
                  <a:pt x="4867" y="16328"/>
                </a:lnTo>
                <a:close/>
                <a:moveTo>
                  <a:pt x="3237" y="13846"/>
                </a:moveTo>
                <a:lnTo>
                  <a:pt x="3115" y="13894"/>
                </a:lnTo>
                <a:lnTo>
                  <a:pt x="2993" y="13943"/>
                </a:lnTo>
                <a:lnTo>
                  <a:pt x="2896" y="14016"/>
                </a:lnTo>
                <a:lnTo>
                  <a:pt x="2702" y="14211"/>
                </a:lnTo>
                <a:lnTo>
                  <a:pt x="2531" y="14430"/>
                </a:lnTo>
                <a:lnTo>
                  <a:pt x="2385" y="14673"/>
                </a:lnTo>
                <a:lnTo>
                  <a:pt x="2264" y="14941"/>
                </a:lnTo>
                <a:lnTo>
                  <a:pt x="2045" y="15500"/>
                </a:lnTo>
                <a:lnTo>
                  <a:pt x="1923" y="15768"/>
                </a:lnTo>
                <a:lnTo>
                  <a:pt x="1777" y="16036"/>
                </a:lnTo>
                <a:lnTo>
                  <a:pt x="1607" y="16279"/>
                </a:lnTo>
                <a:lnTo>
                  <a:pt x="1509" y="16376"/>
                </a:lnTo>
                <a:lnTo>
                  <a:pt x="1412" y="16449"/>
                </a:lnTo>
                <a:lnTo>
                  <a:pt x="1363" y="16522"/>
                </a:lnTo>
                <a:lnTo>
                  <a:pt x="1315" y="16595"/>
                </a:lnTo>
                <a:lnTo>
                  <a:pt x="1290" y="16668"/>
                </a:lnTo>
                <a:lnTo>
                  <a:pt x="1315" y="16741"/>
                </a:lnTo>
                <a:lnTo>
                  <a:pt x="1339" y="16814"/>
                </a:lnTo>
                <a:lnTo>
                  <a:pt x="1388" y="16863"/>
                </a:lnTo>
                <a:lnTo>
                  <a:pt x="1436" y="16887"/>
                </a:lnTo>
                <a:lnTo>
                  <a:pt x="1534" y="16912"/>
                </a:lnTo>
                <a:lnTo>
                  <a:pt x="1631" y="16912"/>
                </a:lnTo>
                <a:lnTo>
                  <a:pt x="1728" y="16887"/>
                </a:lnTo>
                <a:lnTo>
                  <a:pt x="2288" y="16887"/>
                </a:lnTo>
                <a:lnTo>
                  <a:pt x="2556" y="16863"/>
                </a:lnTo>
                <a:lnTo>
                  <a:pt x="2799" y="16839"/>
                </a:lnTo>
                <a:lnTo>
                  <a:pt x="3042" y="16790"/>
                </a:lnTo>
                <a:lnTo>
                  <a:pt x="3285" y="16717"/>
                </a:lnTo>
                <a:lnTo>
                  <a:pt x="3431" y="16644"/>
                </a:lnTo>
                <a:lnTo>
                  <a:pt x="3553" y="16571"/>
                </a:lnTo>
                <a:lnTo>
                  <a:pt x="3650" y="16474"/>
                </a:lnTo>
                <a:lnTo>
                  <a:pt x="3772" y="16376"/>
                </a:lnTo>
                <a:lnTo>
                  <a:pt x="3918" y="16157"/>
                </a:lnTo>
                <a:lnTo>
                  <a:pt x="4064" y="15865"/>
                </a:lnTo>
                <a:lnTo>
                  <a:pt x="4210" y="15549"/>
                </a:lnTo>
                <a:lnTo>
                  <a:pt x="4283" y="15306"/>
                </a:lnTo>
                <a:lnTo>
                  <a:pt x="4332" y="15062"/>
                </a:lnTo>
                <a:lnTo>
                  <a:pt x="4380" y="14795"/>
                </a:lnTo>
                <a:lnTo>
                  <a:pt x="4356" y="14576"/>
                </a:lnTo>
                <a:lnTo>
                  <a:pt x="4356" y="14478"/>
                </a:lnTo>
                <a:lnTo>
                  <a:pt x="4307" y="14405"/>
                </a:lnTo>
                <a:lnTo>
                  <a:pt x="4259" y="14332"/>
                </a:lnTo>
                <a:lnTo>
                  <a:pt x="4186" y="14284"/>
                </a:lnTo>
                <a:lnTo>
                  <a:pt x="4113" y="14186"/>
                </a:lnTo>
                <a:lnTo>
                  <a:pt x="4040" y="14089"/>
                </a:lnTo>
                <a:lnTo>
                  <a:pt x="3942" y="14016"/>
                </a:lnTo>
                <a:lnTo>
                  <a:pt x="3845" y="13967"/>
                </a:lnTo>
                <a:lnTo>
                  <a:pt x="3626" y="13870"/>
                </a:lnTo>
                <a:lnTo>
                  <a:pt x="3383" y="13846"/>
                </a:lnTo>
                <a:close/>
                <a:moveTo>
                  <a:pt x="4818" y="15817"/>
                </a:moveTo>
                <a:lnTo>
                  <a:pt x="4697" y="15865"/>
                </a:lnTo>
                <a:lnTo>
                  <a:pt x="4575" y="15914"/>
                </a:lnTo>
                <a:lnTo>
                  <a:pt x="4453" y="15987"/>
                </a:lnTo>
                <a:lnTo>
                  <a:pt x="4356" y="16084"/>
                </a:lnTo>
                <a:lnTo>
                  <a:pt x="4259" y="16206"/>
                </a:lnTo>
                <a:lnTo>
                  <a:pt x="4161" y="16328"/>
                </a:lnTo>
                <a:lnTo>
                  <a:pt x="4088" y="16474"/>
                </a:lnTo>
                <a:lnTo>
                  <a:pt x="4040" y="16620"/>
                </a:lnTo>
                <a:lnTo>
                  <a:pt x="3991" y="16766"/>
                </a:lnTo>
                <a:lnTo>
                  <a:pt x="3967" y="16912"/>
                </a:lnTo>
                <a:lnTo>
                  <a:pt x="3967" y="17058"/>
                </a:lnTo>
                <a:lnTo>
                  <a:pt x="3991" y="17155"/>
                </a:lnTo>
                <a:lnTo>
                  <a:pt x="4064" y="17252"/>
                </a:lnTo>
                <a:lnTo>
                  <a:pt x="4161" y="17301"/>
                </a:lnTo>
                <a:lnTo>
                  <a:pt x="4210" y="17325"/>
                </a:lnTo>
                <a:lnTo>
                  <a:pt x="4259" y="17301"/>
                </a:lnTo>
                <a:lnTo>
                  <a:pt x="4502" y="17228"/>
                </a:lnTo>
                <a:lnTo>
                  <a:pt x="4721" y="17131"/>
                </a:lnTo>
                <a:lnTo>
                  <a:pt x="4989" y="17009"/>
                </a:lnTo>
                <a:lnTo>
                  <a:pt x="5135" y="16936"/>
                </a:lnTo>
                <a:lnTo>
                  <a:pt x="5256" y="16863"/>
                </a:lnTo>
                <a:lnTo>
                  <a:pt x="5354" y="16766"/>
                </a:lnTo>
                <a:lnTo>
                  <a:pt x="5427" y="16668"/>
                </a:lnTo>
                <a:lnTo>
                  <a:pt x="5500" y="16547"/>
                </a:lnTo>
                <a:lnTo>
                  <a:pt x="5524" y="16401"/>
                </a:lnTo>
                <a:lnTo>
                  <a:pt x="5524" y="16328"/>
                </a:lnTo>
                <a:lnTo>
                  <a:pt x="5500" y="16230"/>
                </a:lnTo>
                <a:lnTo>
                  <a:pt x="5451" y="16133"/>
                </a:lnTo>
                <a:lnTo>
                  <a:pt x="5402" y="16060"/>
                </a:lnTo>
                <a:lnTo>
                  <a:pt x="5305" y="15963"/>
                </a:lnTo>
                <a:lnTo>
                  <a:pt x="5208" y="15890"/>
                </a:lnTo>
                <a:lnTo>
                  <a:pt x="5086" y="15841"/>
                </a:lnTo>
                <a:lnTo>
                  <a:pt x="4964" y="15817"/>
                </a:lnTo>
                <a:close/>
                <a:moveTo>
                  <a:pt x="10001" y="14965"/>
                </a:moveTo>
                <a:lnTo>
                  <a:pt x="10099" y="15184"/>
                </a:lnTo>
                <a:lnTo>
                  <a:pt x="10220" y="15379"/>
                </a:lnTo>
                <a:lnTo>
                  <a:pt x="10488" y="15719"/>
                </a:lnTo>
                <a:lnTo>
                  <a:pt x="10731" y="16011"/>
                </a:lnTo>
                <a:lnTo>
                  <a:pt x="10999" y="16303"/>
                </a:lnTo>
                <a:lnTo>
                  <a:pt x="11242" y="16595"/>
                </a:lnTo>
                <a:lnTo>
                  <a:pt x="11339" y="16766"/>
                </a:lnTo>
                <a:lnTo>
                  <a:pt x="11412" y="16936"/>
                </a:lnTo>
                <a:lnTo>
                  <a:pt x="11437" y="17009"/>
                </a:lnTo>
                <a:lnTo>
                  <a:pt x="11485" y="17058"/>
                </a:lnTo>
                <a:lnTo>
                  <a:pt x="11558" y="17082"/>
                </a:lnTo>
                <a:lnTo>
                  <a:pt x="11607" y="17106"/>
                </a:lnTo>
                <a:lnTo>
                  <a:pt x="11607" y="17350"/>
                </a:lnTo>
                <a:lnTo>
                  <a:pt x="11583" y="17593"/>
                </a:lnTo>
                <a:lnTo>
                  <a:pt x="11412" y="17471"/>
                </a:lnTo>
                <a:lnTo>
                  <a:pt x="11266" y="17325"/>
                </a:lnTo>
                <a:lnTo>
                  <a:pt x="10974" y="17009"/>
                </a:lnTo>
                <a:lnTo>
                  <a:pt x="10488" y="16328"/>
                </a:lnTo>
                <a:lnTo>
                  <a:pt x="10099" y="15817"/>
                </a:lnTo>
                <a:lnTo>
                  <a:pt x="9855" y="15549"/>
                </a:lnTo>
                <a:lnTo>
                  <a:pt x="9709" y="15427"/>
                </a:lnTo>
                <a:lnTo>
                  <a:pt x="9588" y="15306"/>
                </a:lnTo>
                <a:lnTo>
                  <a:pt x="9855" y="15111"/>
                </a:lnTo>
                <a:lnTo>
                  <a:pt x="9928" y="15038"/>
                </a:lnTo>
                <a:lnTo>
                  <a:pt x="10001" y="14965"/>
                </a:lnTo>
                <a:close/>
                <a:moveTo>
                  <a:pt x="15135" y="1"/>
                </a:moveTo>
                <a:lnTo>
                  <a:pt x="14551" y="25"/>
                </a:lnTo>
                <a:lnTo>
                  <a:pt x="13967" y="74"/>
                </a:lnTo>
                <a:lnTo>
                  <a:pt x="13408" y="171"/>
                </a:lnTo>
                <a:lnTo>
                  <a:pt x="12824" y="293"/>
                </a:lnTo>
                <a:lnTo>
                  <a:pt x="12264" y="487"/>
                </a:lnTo>
                <a:lnTo>
                  <a:pt x="11753" y="706"/>
                </a:lnTo>
                <a:lnTo>
                  <a:pt x="11242" y="974"/>
                </a:lnTo>
                <a:lnTo>
                  <a:pt x="10755" y="1290"/>
                </a:lnTo>
                <a:lnTo>
                  <a:pt x="10318" y="1631"/>
                </a:lnTo>
                <a:lnTo>
                  <a:pt x="9880" y="2020"/>
                </a:lnTo>
                <a:lnTo>
                  <a:pt x="9466" y="2434"/>
                </a:lnTo>
                <a:lnTo>
                  <a:pt x="9052" y="2847"/>
                </a:lnTo>
                <a:lnTo>
                  <a:pt x="8663" y="3310"/>
                </a:lnTo>
                <a:lnTo>
                  <a:pt x="7933" y="4234"/>
                </a:lnTo>
                <a:lnTo>
                  <a:pt x="7203" y="5135"/>
                </a:lnTo>
                <a:lnTo>
                  <a:pt x="6814" y="5597"/>
                </a:lnTo>
                <a:lnTo>
                  <a:pt x="6400" y="6011"/>
                </a:lnTo>
                <a:lnTo>
                  <a:pt x="6205" y="6205"/>
                </a:lnTo>
                <a:lnTo>
                  <a:pt x="5889" y="6205"/>
                </a:lnTo>
                <a:lnTo>
                  <a:pt x="5548" y="6230"/>
                </a:lnTo>
                <a:lnTo>
                  <a:pt x="4916" y="6303"/>
                </a:lnTo>
                <a:lnTo>
                  <a:pt x="3991" y="6376"/>
                </a:lnTo>
                <a:lnTo>
                  <a:pt x="3066" y="6400"/>
                </a:lnTo>
                <a:lnTo>
                  <a:pt x="901" y="6400"/>
                </a:lnTo>
                <a:lnTo>
                  <a:pt x="171" y="6351"/>
                </a:lnTo>
                <a:lnTo>
                  <a:pt x="122" y="6351"/>
                </a:lnTo>
                <a:lnTo>
                  <a:pt x="74" y="6376"/>
                </a:lnTo>
                <a:lnTo>
                  <a:pt x="25" y="6449"/>
                </a:lnTo>
                <a:lnTo>
                  <a:pt x="1" y="6546"/>
                </a:lnTo>
                <a:lnTo>
                  <a:pt x="25" y="6619"/>
                </a:lnTo>
                <a:lnTo>
                  <a:pt x="1" y="6716"/>
                </a:lnTo>
                <a:lnTo>
                  <a:pt x="49" y="6789"/>
                </a:lnTo>
                <a:lnTo>
                  <a:pt x="195" y="7008"/>
                </a:lnTo>
                <a:lnTo>
                  <a:pt x="366" y="7227"/>
                </a:lnTo>
                <a:lnTo>
                  <a:pt x="731" y="7617"/>
                </a:lnTo>
                <a:lnTo>
                  <a:pt x="1120" y="7982"/>
                </a:lnTo>
                <a:lnTo>
                  <a:pt x="1534" y="8347"/>
                </a:lnTo>
                <a:lnTo>
                  <a:pt x="1923" y="8712"/>
                </a:lnTo>
                <a:lnTo>
                  <a:pt x="2337" y="9101"/>
                </a:lnTo>
                <a:lnTo>
                  <a:pt x="2507" y="9296"/>
                </a:lnTo>
                <a:lnTo>
                  <a:pt x="2702" y="9466"/>
                </a:lnTo>
                <a:lnTo>
                  <a:pt x="1923" y="9661"/>
                </a:lnTo>
                <a:lnTo>
                  <a:pt x="1680" y="9709"/>
                </a:lnTo>
                <a:lnTo>
                  <a:pt x="1412" y="9734"/>
                </a:lnTo>
                <a:lnTo>
                  <a:pt x="1193" y="9807"/>
                </a:lnTo>
                <a:lnTo>
                  <a:pt x="1071" y="9855"/>
                </a:lnTo>
                <a:lnTo>
                  <a:pt x="974" y="9928"/>
                </a:lnTo>
                <a:lnTo>
                  <a:pt x="925" y="9953"/>
                </a:lnTo>
                <a:lnTo>
                  <a:pt x="925" y="10001"/>
                </a:lnTo>
                <a:lnTo>
                  <a:pt x="925" y="10099"/>
                </a:lnTo>
                <a:lnTo>
                  <a:pt x="852" y="10123"/>
                </a:lnTo>
                <a:lnTo>
                  <a:pt x="804" y="10172"/>
                </a:lnTo>
                <a:lnTo>
                  <a:pt x="779" y="10220"/>
                </a:lnTo>
                <a:lnTo>
                  <a:pt x="755" y="10293"/>
                </a:lnTo>
                <a:lnTo>
                  <a:pt x="755" y="10342"/>
                </a:lnTo>
                <a:lnTo>
                  <a:pt x="755" y="10391"/>
                </a:lnTo>
                <a:lnTo>
                  <a:pt x="779" y="10439"/>
                </a:lnTo>
                <a:lnTo>
                  <a:pt x="852" y="10512"/>
                </a:lnTo>
                <a:lnTo>
                  <a:pt x="1363" y="10901"/>
                </a:lnTo>
                <a:lnTo>
                  <a:pt x="1850" y="11291"/>
                </a:lnTo>
                <a:lnTo>
                  <a:pt x="2312" y="11729"/>
                </a:lnTo>
                <a:lnTo>
                  <a:pt x="2774" y="12167"/>
                </a:lnTo>
                <a:lnTo>
                  <a:pt x="3164" y="12629"/>
                </a:lnTo>
                <a:lnTo>
                  <a:pt x="3553" y="13091"/>
                </a:lnTo>
                <a:lnTo>
                  <a:pt x="3967" y="13554"/>
                </a:lnTo>
                <a:lnTo>
                  <a:pt x="4356" y="13992"/>
                </a:lnTo>
                <a:lnTo>
                  <a:pt x="4794" y="14454"/>
                </a:lnTo>
                <a:lnTo>
                  <a:pt x="5256" y="14892"/>
                </a:lnTo>
                <a:lnTo>
                  <a:pt x="5743" y="15330"/>
                </a:lnTo>
                <a:lnTo>
                  <a:pt x="6230" y="15744"/>
                </a:lnTo>
                <a:lnTo>
                  <a:pt x="7227" y="16522"/>
                </a:lnTo>
                <a:lnTo>
                  <a:pt x="8249" y="17301"/>
                </a:lnTo>
                <a:lnTo>
                  <a:pt x="8347" y="17350"/>
                </a:lnTo>
                <a:lnTo>
                  <a:pt x="8444" y="17350"/>
                </a:lnTo>
                <a:lnTo>
                  <a:pt x="8517" y="17325"/>
                </a:lnTo>
                <a:lnTo>
                  <a:pt x="8590" y="17277"/>
                </a:lnTo>
                <a:lnTo>
                  <a:pt x="8639" y="17204"/>
                </a:lnTo>
                <a:lnTo>
                  <a:pt x="8663" y="17106"/>
                </a:lnTo>
                <a:lnTo>
                  <a:pt x="8663" y="17009"/>
                </a:lnTo>
                <a:lnTo>
                  <a:pt x="8614" y="16912"/>
                </a:lnTo>
                <a:lnTo>
                  <a:pt x="8760" y="16620"/>
                </a:lnTo>
                <a:lnTo>
                  <a:pt x="8858" y="16328"/>
                </a:lnTo>
                <a:lnTo>
                  <a:pt x="8955" y="16011"/>
                </a:lnTo>
                <a:lnTo>
                  <a:pt x="9004" y="15695"/>
                </a:lnTo>
                <a:lnTo>
                  <a:pt x="9174" y="15598"/>
                </a:lnTo>
                <a:lnTo>
                  <a:pt x="9466" y="15914"/>
                </a:lnTo>
                <a:lnTo>
                  <a:pt x="9831" y="16376"/>
                </a:lnTo>
                <a:lnTo>
                  <a:pt x="10196" y="16887"/>
                </a:lnTo>
                <a:lnTo>
                  <a:pt x="10464" y="17252"/>
                </a:lnTo>
                <a:lnTo>
                  <a:pt x="10755" y="17617"/>
                </a:lnTo>
                <a:lnTo>
                  <a:pt x="10901" y="17788"/>
                </a:lnTo>
                <a:lnTo>
                  <a:pt x="11072" y="17934"/>
                </a:lnTo>
                <a:lnTo>
                  <a:pt x="11242" y="18080"/>
                </a:lnTo>
                <a:lnTo>
                  <a:pt x="11437" y="18201"/>
                </a:lnTo>
                <a:lnTo>
                  <a:pt x="11510" y="18226"/>
                </a:lnTo>
                <a:lnTo>
                  <a:pt x="11558" y="18250"/>
                </a:lnTo>
                <a:lnTo>
                  <a:pt x="11631" y="18250"/>
                </a:lnTo>
                <a:lnTo>
                  <a:pt x="11704" y="18226"/>
                </a:lnTo>
                <a:lnTo>
                  <a:pt x="11826" y="18226"/>
                </a:lnTo>
                <a:lnTo>
                  <a:pt x="11948" y="18177"/>
                </a:lnTo>
                <a:lnTo>
                  <a:pt x="12045" y="18128"/>
                </a:lnTo>
                <a:lnTo>
                  <a:pt x="12094" y="18007"/>
                </a:lnTo>
                <a:lnTo>
                  <a:pt x="12167" y="17763"/>
                </a:lnTo>
                <a:lnTo>
                  <a:pt x="12191" y="17520"/>
                </a:lnTo>
                <a:lnTo>
                  <a:pt x="12240" y="17033"/>
                </a:lnTo>
                <a:lnTo>
                  <a:pt x="12264" y="16279"/>
                </a:lnTo>
                <a:lnTo>
                  <a:pt x="12264" y="15549"/>
                </a:lnTo>
                <a:lnTo>
                  <a:pt x="12288" y="14746"/>
                </a:lnTo>
                <a:lnTo>
                  <a:pt x="12337" y="13967"/>
                </a:lnTo>
                <a:lnTo>
                  <a:pt x="12361" y="13651"/>
                </a:lnTo>
                <a:lnTo>
                  <a:pt x="12386" y="13335"/>
                </a:lnTo>
                <a:lnTo>
                  <a:pt x="12361" y="13018"/>
                </a:lnTo>
                <a:lnTo>
                  <a:pt x="12337" y="12848"/>
                </a:lnTo>
                <a:lnTo>
                  <a:pt x="12288" y="12726"/>
                </a:lnTo>
                <a:lnTo>
                  <a:pt x="12775" y="12191"/>
                </a:lnTo>
                <a:lnTo>
                  <a:pt x="13335" y="11607"/>
                </a:lnTo>
                <a:lnTo>
                  <a:pt x="13943" y="11047"/>
                </a:lnTo>
                <a:lnTo>
                  <a:pt x="14527" y="10464"/>
                </a:lnTo>
                <a:lnTo>
                  <a:pt x="15087" y="9880"/>
                </a:lnTo>
                <a:lnTo>
                  <a:pt x="15622" y="9247"/>
                </a:lnTo>
                <a:lnTo>
                  <a:pt x="15865" y="8931"/>
                </a:lnTo>
                <a:lnTo>
                  <a:pt x="16157" y="8639"/>
                </a:lnTo>
                <a:lnTo>
                  <a:pt x="16717" y="8055"/>
                </a:lnTo>
                <a:lnTo>
                  <a:pt x="17277" y="7446"/>
                </a:lnTo>
                <a:lnTo>
                  <a:pt x="17471" y="7227"/>
                </a:lnTo>
                <a:lnTo>
                  <a:pt x="17666" y="6960"/>
                </a:lnTo>
                <a:lnTo>
                  <a:pt x="17836" y="6716"/>
                </a:lnTo>
                <a:lnTo>
                  <a:pt x="17982" y="6449"/>
                </a:lnTo>
                <a:lnTo>
                  <a:pt x="18104" y="6157"/>
                </a:lnTo>
                <a:lnTo>
                  <a:pt x="18250" y="5889"/>
                </a:lnTo>
                <a:lnTo>
                  <a:pt x="18347" y="5597"/>
                </a:lnTo>
                <a:lnTo>
                  <a:pt x="18445" y="5305"/>
                </a:lnTo>
                <a:lnTo>
                  <a:pt x="18591" y="4721"/>
                </a:lnTo>
                <a:lnTo>
                  <a:pt x="18688" y="4113"/>
                </a:lnTo>
                <a:lnTo>
                  <a:pt x="18736" y="3480"/>
                </a:lnTo>
                <a:lnTo>
                  <a:pt x="18736" y="2872"/>
                </a:lnTo>
                <a:lnTo>
                  <a:pt x="18712" y="2312"/>
                </a:lnTo>
                <a:lnTo>
                  <a:pt x="18688" y="1899"/>
                </a:lnTo>
                <a:lnTo>
                  <a:pt x="18639" y="1436"/>
                </a:lnTo>
                <a:lnTo>
                  <a:pt x="18542" y="998"/>
                </a:lnTo>
                <a:lnTo>
                  <a:pt x="18493" y="828"/>
                </a:lnTo>
                <a:lnTo>
                  <a:pt x="18420" y="658"/>
                </a:lnTo>
                <a:lnTo>
                  <a:pt x="18323" y="536"/>
                </a:lnTo>
                <a:lnTo>
                  <a:pt x="18226" y="463"/>
                </a:lnTo>
                <a:lnTo>
                  <a:pt x="18104" y="414"/>
                </a:lnTo>
                <a:lnTo>
                  <a:pt x="17982" y="439"/>
                </a:lnTo>
                <a:lnTo>
                  <a:pt x="17447" y="268"/>
                </a:lnTo>
                <a:lnTo>
                  <a:pt x="16863" y="147"/>
                </a:lnTo>
                <a:lnTo>
                  <a:pt x="16303" y="49"/>
                </a:lnTo>
                <a:lnTo>
                  <a:pt x="1571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8575" rotWithShape="0" algn="bl" dir="5400000" dist="19050">
              <a:schemeClr val="dk1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6346359" y="1125325"/>
            <a:ext cx="489599" cy="475765"/>
          </a:xfrm>
          <a:custGeom>
            <a:rect b="b" l="l" r="r" t="t"/>
            <a:pathLst>
              <a:path extrusionOk="0" h="15063" w="15501">
                <a:moveTo>
                  <a:pt x="7957" y="925"/>
                </a:moveTo>
                <a:lnTo>
                  <a:pt x="8249" y="1533"/>
                </a:lnTo>
                <a:lnTo>
                  <a:pt x="8103" y="1606"/>
                </a:lnTo>
                <a:lnTo>
                  <a:pt x="7957" y="1704"/>
                </a:lnTo>
                <a:lnTo>
                  <a:pt x="7933" y="1752"/>
                </a:lnTo>
                <a:lnTo>
                  <a:pt x="7933" y="1339"/>
                </a:lnTo>
                <a:lnTo>
                  <a:pt x="7957" y="925"/>
                </a:lnTo>
                <a:close/>
                <a:moveTo>
                  <a:pt x="8371" y="1801"/>
                </a:moveTo>
                <a:lnTo>
                  <a:pt x="8492" y="2020"/>
                </a:lnTo>
                <a:lnTo>
                  <a:pt x="8346" y="2117"/>
                </a:lnTo>
                <a:lnTo>
                  <a:pt x="8200" y="2215"/>
                </a:lnTo>
                <a:lnTo>
                  <a:pt x="8079" y="2288"/>
                </a:lnTo>
                <a:lnTo>
                  <a:pt x="7957" y="2409"/>
                </a:lnTo>
                <a:lnTo>
                  <a:pt x="7933" y="2069"/>
                </a:lnTo>
                <a:lnTo>
                  <a:pt x="8127" y="1971"/>
                </a:lnTo>
                <a:lnTo>
                  <a:pt x="8249" y="1898"/>
                </a:lnTo>
                <a:lnTo>
                  <a:pt x="8371" y="1801"/>
                </a:lnTo>
                <a:close/>
                <a:moveTo>
                  <a:pt x="8663" y="2336"/>
                </a:moveTo>
                <a:lnTo>
                  <a:pt x="8784" y="2628"/>
                </a:lnTo>
                <a:lnTo>
                  <a:pt x="8687" y="2653"/>
                </a:lnTo>
                <a:lnTo>
                  <a:pt x="8590" y="2726"/>
                </a:lnTo>
                <a:lnTo>
                  <a:pt x="8419" y="2847"/>
                </a:lnTo>
                <a:lnTo>
                  <a:pt x="8225" y="2993"/>
                </a:lnTo>
                <a:lnTo>
                  <a:pt x="8054" y="3164"/>
                </a:lnTo>
                <a:lnTo>
                  <a:pt x="8006" y="2750"/>
                </a:lnTo>
                <a:lnTo>
                  <a:pt x="8176" y="2653"/>
                </a:lnTo>
                <a:lnTo>
                  <a:pt x="8322" y="2531"/>
                </a:lnTo>
                <a:lnTo>
                  <a:pt x="8565" y="2385"/>
                </a:lnTo>
                <a:lnTo>
                  <a:pt x="8663" y="2336"/>
                </a:lnTo>
                <a:close/>
                <a:moveTo>
                  <a:pt x="8979" y="2945"/>
                </a:moveTo>
                <a:lnTo>
                  <a:pt x="8979" y="2969"/>
                </a:lnTo>
                <a:lnTo>
                  <a:pt x="9076" y="3164"/>
                </a:lnTo>
                <a:lnTo>
                  <a:pt x="8857" y="3285"/>
                </a:lnTo>
                <a:lnTo>
                  <a:pt x="8663" y="3431"/>
                </a:lnTo>
                <a:lnTo>
                  <a:pt x="8371" y="3626"/>
                </a:lnTo>
                <a:lnTo>
                  <a:pt x="8079" y="3821"/>
                </a:lnTo>
                <a:lnTo>
                  <a:pt x="8054" y="3504"/>
                </a:lnTo>
                <a:lnTo>
                  <a:pt x="8200" y="3456"/>
                </a:lnTo>
                <a:lnTo>
                  <a:pt x="8322" y="3383"/>
                </a:lnTo>
                <a:lnTo>
                  <a:pt x="8541" y="3212"/>
                </a:lnTo>
                <a:lnTo>
                  <a:pt x="8833" y="3018"/>
                </a:lnTo>
                <a:lnTo>
                  <a:pt x="8979" y="2945"/>
                </a:lnTo>
                <a:close/>
                <a:moveTo>
                  <a:pt x="9271" y="3529"/>
                </a:moveTo>
                <a:lnTo>
                  <a:pt x="9393" y="3796"/>
                </a:lnTo>
                <a:lnTo>
                  <a:pt x="8736" y="4186"/>
                </a:lnTo>
                <a:lnTo>
                  <a:pt x="8419" y="4380"/>
                </a:lnTo>
                <a:lnTo>
                  <a:pt x="8249" y="4478"/>
                </a:lnTo>
                <a:lnTo>
                  <a:pt x="8103" y="4599"/>
                </a:lnTo>
                <a:lnTo>
                  <a:pt x="8079" y="4113"/>
                </a:lnTo>
                <a:lnTo>
                  <a:pt x="8225" y="4088"/>
                </a:lnTo>
                <a:lnTo>
                  <a:pt x="8371" y="4040"/>
                </a:lnTo>
                <a:lnTo>
                  <a:pt x="8663" y="3894"/>
                </a:lnTo>
                <a:lnTo>
                  <a:pt x="9052" y="3650"/>
                </a:lnTo>
                <a:lnTo>
                  <a:pt x="9271" y="3529"/>
                </a:lnTo>
                <a:close/>
                <a:moveTo>
                  <a:pt x="9587" y="4186"/>
                </a:moveTo>
                <a:lnTo>
                  <a:pt x="9660" y="4332"/>
                </a:lnTo>
                <a:lnTo>
                  <a:pt x="9490" y="4429"/>
                </a:lnTo>
                <a:lnTo>
                  <a:pt x="9344" y="4551"/>
                </a:lnTo>
                <a:lnTo>
                  <a:pt x="9052" y="4770"/>
                </a:lnTo>
                <a:lnTo>
                  <a:pt x="8809" y="4916"/>
                </a:lnTo>
                <a:lnTo>
                  <a:pt x="8590" y="5110"/>
                </a:lnTo>
                <a:lnTo>
                  <a:pt x="8371" y="5305"/>
                </a:lnTo>
                <a:lnTo>
                  <a:pt x="8176" y="5524"/>
                </a:lnTo>
                <a:lnTo>
                  <a:pt x="8127" y="4794"/>
                </a:lnTo>
                <a:lnTo>
                  <a:pt x="8322" y="4794"/>
                </a:lnTo>
                <a:lnTo>
                  <a:pt x="8492" y="4721"/>
                </a:lnTo>
                <a:lnTo>
                  <a:pt x="8833" y="4575"/>
                </a:lnTo>
                <a:lnTo>
                  <a:pt x="9222" y="4380"/>
                </a:lnTo>
                <a:lnTo>
                  <a:pt x="9587" y="4186"/>
                </a:lnTo>
                <a:close/>
                <a:moveTo>
                  <a:pt x="14965" y="5938"/>
                </a:moveTo>
                <a:lnTo>
                  <a:pt x="14795" y="6059"/>
                </a:lnTo>
                <a:lnTo>
                  <a:pt x="14649" y="6205"/>
                </a:lnTo>
                <a:lnTo>
                  <a:pt x="14576" y="6181"/>
                </a:lnTo>
                <a:lnTo>
                  <a:pt x="14332" y="6157"/>
                </a:lnTo>
                <a:lnTo>
                  <a:pt x="14965" y="5938"/>
                </a:lnTo>
                <a:close/>
                <a:moveTo>
                  <a:pt x="2190" y="5840"/>
                </a:moveTo>
                <a:lnTo>
                  <a:pt x="2093" y="5986"/>
                </a:lnTo>
                <a:lnTo>
                  <a:pt x="2044" y="6132"/>
                </a:lnTo>
                <a:lnTo>
                  <a:pt x="2044" y="6181"/>
                </a:lnTo>
                <a:lnTo>
                  <a:pt x="2044" y="6254"/>
                </a:lnTo>
                <a:lnTo>
                  <a:pt x="1874" y="6181"/>
                </a:lnTo>
                <a:lnTo>
                  <a:pt x="1679" y="6108"/>
                </a:lnTo>
                <a:lnTo>
                  <a:pt x="1266" y="5962"/>
                </a:lnTo>
                <a:lnTo>
                  <a:pt x="2190" y="5840"/>
                </a:lnTo>
                <a:close/>
                <a:moveTo>
                  <a:pt x="3018" y="5743"/>
                </a:moveTo>
                <a:lnTo>
                  <a:pt x="2677" y="6132"/>
                </a:lnTo>
                <a:lnTo>
                  <a:pt x="2555" y="6302"/>
                </a:lnTo>
                <a:lnTo>
                  <a:pt x="2288" y="6278"/>
                </a:lnTo>
                <a:lnTo>
                  <a:pt x="2312" y="6254"/>
                </a:lnTo>
                <a:lnTo>
                  <a:pt x="2409" y="6181"/>
                </a:lnTo>
                <a:lnTo>
                  <a:pt x="2482" y="6059"/>
                </a:lnTo>
                <a:lnTo>
                  <a:pt x="2604" y="5938"/>
                </a:lnTo>
                <a:lnTo>
                  <a:pt x="2750" y="5816"/>
                </a:lnTo>
                <a:lnTo>
                  <a:pt x="2823" y="5767"/>
                </a:lnTo>
                <a:lnTo>
                  <a:pt x="3018" y="5743"/>
                </a:lnTo>
                <a:close/>
                <a:moveTo>
                  <a:pt x="9879" y="4672"/>
                </a:moveTo>
                <a:lnTo>
                  <a:pt x="9977" y="4818"/>
                </a:lnTo>
                <a:lnTo>
                  <a:pt x="9952" y="4818"/>
                </a:lnTo>
                <a:lnTo>
                  <a:pt x="9733" y="5062"/>
                </a:lnTo>
                <a:lnTo>
                  <a:pt x="9490" y="5281"/>
                </a:lnTo>
                <a:lnTo>
                  <a:pt x="8979" y="5719"/>
                </a:lnTo>
                <a:lnTo>
                  <a:pt x="8590" y="6035"/>
                </a:lnTo>
                <a:lnTo>
                  <a:pt x="8395" y="6181"/>
                </a:lnTo>
                <a:lnTo>
                  <a:pt x="8200" y="6351"/>
                </a:lnTo>
                <a:lnTo>
                  <a:pt x="8176" y="5694"/>
                </a:lnTo>
                <a:lnTo>
                  <a:pt x="8468" y="5573"/>
                </a:lnTo>
                <a:lnTo>
                  <a:pt x="8736" y="5402"/>
                </a:lnTo>
                <a:lnTo>
                  <a:pt x="9247" y="5086"/>
                </a:lnTo>
                <a:lnTo>
                  <a:pt x="9539" y="4916"/>
                </a:lnTo>
                <a:lnTo>
                  <a:pt x="9709" y="4794"/>
                </a:lnTo>
                <a:lnTo>
                  <a:pt x="9879" y="4672"/>
                </a:lnTo>
                <a:close/>
                <a:moveTo>
                  <a:pt x="3967" y="5597"/>
                </a:moveTo>
                <a:lnTo>
                  <a:pt x="3869" y="5719"/>
                </a:lnTo>
                <a:lnTo>
                  <a:pt x="3723" y="5986"/>
                </a:lnTo>
                <a:lnTo>
                  <a:pt x="3553" y="6229"/>
                </a:lnTo>
                <a:lnTo>
                  <a:pt x="3504" y="6327"/>
                </a:lnTo>
                <a:lnTo>
                  <a:pt x="3456" y="6424"/>
                </a:lnTo>
                <a:lnTo>
                  <a:pt x="3164" y="6375"/>
                </a:lnTo>
                <a:lnTo>
                  <a:pt x="2920" y="6327"/>
                </a:lnTo>
                <a:lnTo>
                  <a:pt x="3066" y="6181"/>
                </a:lnTo>
                <a:lnTo>
                  <a:pt x="3431" y="5792"/>
                </a:lnTo>
                <a:lnTo>
                  <a:pt x="3602" y="5646"/>
                </a:lnTo>
                <a:lnTo>
                  <a:pt x="3967" y="5597"/>
                </a:lnTo>
                <a:close/>
                <a:moveTo>
                  <a:pt x="5110" y="5354"/>
                </a:moveTo>
                <a:lnTo>
                  <a:pt x="4989" y="5475"/>
                </a:lnTo>
                <a:lnTo>
                  <a:pt x="4867" y="5597"/>
                </a:lnTo>
                <a:lnTo>
                  <a:pt x="4648" y="5865"/>
                </a:lnTo>
                <a:lnTo>
                  <a:pt x="4380" y="6205"/>
                </a:lnTo>
                <a:lnTo>
                  <a:pt x="4234" y="6400"/>
                </a:lnTo>
                <a:lnTo>
                  <a:pt x="4113" y="6594"/>
                </a:lnTo>
                <a:lnTo>
                  <a:pt x="3723" y="6497"/>
                </a:lnTo>
                <a:lnTo>
                  <a:pt x="3821" y="6400"/>
                </a:lnTo>
                <a:lnTo>
                  <a:pt x="3869" y="6278"/>
                </a:lnTo>
                <a:lnTo>
                  <a:pt x="3991" y="6084"/>
                </a:lnTo>
                <a:lnTo>
                  <a:pt x="4137" y="5865"/>
                </a:lnTo>
                <a:lnTo>
                  <a:pt x="4307" y="5694"/>
                </a:lnTo>
                <a:lnTo>
                  <a:pt x="4405" y="5597"/>
                </a:lnTo>
                <a:lnTo>
                  <a:pt x="4526" y="5500"/>
                </a:lnTo>
                <a:lnTo>
                  <a:pt x="5110" y="5354"/>
                </a:lnTo>
                <a:close/>
                <a:moveTo>
                  <a:pt x="14065" y="6254"/>
                </a:moveTo>
                <a:lnTo>
                  <a:pt x="14138" y="6327"/>
                </a:lnTo>
                <a:lnTo>
                  <a:pt x="14235" y="6375"/>
                </a:lnTo>
                <a:lnTo>
                  <a:pt x="14430" y="6448"/>
                </a:lnTo>
                <a:lnTo>
                  <a:pt x="14186" y="6740"/>
                </a:lnTo>
                <a:lnTo>
                  <a:pt x="14016" y="6643"/>
                </a:lnTo>
                <a:lnTo>
                  <a:pt x="13846" y="6546"/>
                </a:lnTo>
                <a:lnTo>
                  <a:pt x="13675" y="6497"/>
                </a:lnTo>
                <a:lnTo>
                  <a:pt x="13481" y="6448"/>
                </a:lnTo>
                <a:lnTo>
                  <a:pt x="14065" y="6254"/>
                </a:lnTo>
                <a:close/>
                <a:moveTo>
                  <a:pt x="5573" y="5451"/>
                </a:moveTo>
                <a:lnTo>
                  <a:pt x="5719" y="5621"/>
                </a:lnTo>
                <a:lnTo>
                  <a:pt x="5840" y="5767"/>
                </a:lnTo>
                <a:lnTo>
                  <a:pt x="5816" y="5767"/>
                </a:lnTo>
                <a:lnTo>
                  <a:pt x="5670" y="5840"/>
                </a:lnTo>
                <a:lnTo>
                  <a:pt x="5548" y="5962"/>
                </a:lnTo>
                <a:lnTo>
                  <a:pt x="5354" y="6205"/>
                </a:lnTo>
                <a:lnTo>
                  <a:pt x="5110" y="6473"/>
                </a:lnTo>
                <a:lnTo>
                  <a:pt x="4989" y="6619"/>
                </a:lnTo>
                <a:lnTo>
                  <a:pt x="4916" y="6765"/>
                </a:lnTo>
                <a:lnTo>
                  <a:pt x="4429" y="6667"/>
                </a:lnTo>
                <a:lnTo>
                  <a:pt x="4551" y="6546"/>
                </a:lnTo>
                <a:lnTo>
                  <a:pt x="4648" y="6424"/>
                </a:lnTo>
                <a:lnTo>
                  <a:pt x="4843" y="6157"/>
                </a:lnTo>
                <a:lnTo>
                  <a:pt x="5159" y="5816"/>
                </a:lnTo>
                <a:lnTo>
                  <a:pt x="5354" y="5646"/>
                </a:lnTo>
                <a:lnTo>
                  <a:pt x="5475" y="5548"/>
                </a:lnTo>
                <a:lnTo>
                  <a:pt x="5548" y="5451"/>
                </a:lnTo>
                <a:close/>
                <a:moveTo>
                  <a:pt x="6035" y="5962"/>
                </a:moveTo>
                <a:lnTo>
                  <a:pt x="6278" y="6254"/>
                </a:lnTo>
                <a:lnTo>
                  <a:pt x="6157" y="6424"/>
                </a:lnTo>
                <a:lnTo>
                  <a:pt x="6011" y="6643"/>
                </a:lnTo>
                <a:lnTo>
                  <a:pt x="5889" y="6862"/>
                </a:lnTo>
                <a:lnTo>
                  <a:pt x="5840" y="6935"/>
                </a:lnTo>
                <a:lnTo>
                  <a:pt x="5840" y="7008"/>
                </a:lnTo>
                <a:lnTo>
                  <a:pt x="5232" y="6838"/>
                </a:lnTo>
                <a:lnTo>
                  <a:pt x="5402" y="6692"/>
                </a:lnTo>
                <a:lnTo>
                  <a:pt x="5548" y="6546"/>
                </a:lnTo>
                <a:lnTo>
                  <a:pt x="5767" y="6278"/>
                </a:lnTo>
                <a:lnTo>
                  <a:pt x="5889" y="6157"/>
                </a:lnTo>
                <a:lnTo>
                  <a:pt x="6011" y="6011"/>
                </a:lnTo>
                <a:lnTo>
                  <a:pt x="6035" y="5962"/>
                </a:lnTo>
                <a:close/>
                <a:moveTo>
                  <a:pt x="7519" y="925"/>
                </a:moveTo>
                <a:lnTo>
                  <a:pt x="7470" y="1120"/>
                </a:lnTo>
                <a:lnTo>
                  <a:pt x="7470" y="1314"/>
                </a:lnTo>
                <a:lnTo>
                  <a:pt x="7470" y="1704"/>
                </a:lnTo>
                <a:lnTo>
                  <a:pt x="7495" y="2093"/>
                </a:lnTo>
                <a:lnTo>
                  <a:pt x="7519" y="2482"/>
                </a:lnTo>
                <a:lnTo>
                  <a:pt x="7592" y="3285"/>
                </a:lnTo>
                <a:lnTo>
                  <a:pt x="7665" y="4234"/>
                </a:lnTo>
                <a:lnTo>
                  <a:pt x="7714" y="5183"/>
                </a:lnTo>
                <a:lnTo>
                  <a:pt x="7714" y="6132"/>
                </a:lnTo>
                <a:lnTo>
                  <a:pt x="7714" y="7081"/>
                </a:lnTo>
                <a:lnTo>
                  <a:pt x="7519" y="6886"/>
                </a:lnTo>
                <a:lnTo>
                  <a:pt x="7324" y="6716"/>
                </a:lnTo>
                <a:lnTo>
                  <a:pt x="7032" y="6473"/>
                </a:lnTo>
                <a:lnTo>
                  <a:pt x="6522" y="5913"/>
                </a:lnTo>
                <a:lnTo>
                  <a:pt x="5986" y="5354"/>
                </a:lnTo>
                <a:lnTo>
                  <a:pt x="5792" y="5159"/>
                </a:lnTo>
                <a:lnTo>
                  <a:pt x="5670" y="5086"/>
                </a:lnTo>
                <a:lnTo>
                  <a:pt x="5573" y="5013"/>
                </a:lnTo>
                <a:lnTo>
                  <a:pt x="5719" y="4721"/>
                </a:lnTo>
                <a:lnTo>
                  <a:pt x="5913" y="4453"/>
                </a:lnTo>
                <a:lnTo>
                  <a:pt x="6278" y="3894"/>
                </a:lnTo>
                <a:lnTo>
                  <a:pt x="6449" y="3626"/>
                </a:lnTo>
                <a:lnTo>
                  <a:pt x="6570" y="3358"/>
                </a:lnTo>
                <a:lnTo>
                  <a:pt x="6692" y="3066"/>
                </a:lnTo>
                <a:lnTo>
                  <a:pt x="6789" y="2774"/>
                </a:lnTo>
                <a:lnTo>
                  <a:pt x="6984" y="2166"/>
                </a:lnTo>
                <a:lnTo>
                  <a:pt x="7203" y="1558"/>
                </a:lnTo>
                <a:lnTo>
                  <a:pt x="7349" y="1217"/>
                </a:lnTo>
                <a:lnTo>
                  <a:pt x="7519" y="925"/>
                </a:lnTo>
                <a:close/>
                <a:moveTo>
                  <a:pt x="6497" y="6497"/>
                </a:moveTo>
                <a:lnTo>
                  <a:pt x="6522" y="6521"/>
                </a:lnTo>
                <a:lnTo>
                  <a:pt x="6716" y="6716"/>
                </a:lnTo>
                <a:lnTo>
                  <a:pt x="6643" y="6765"/>
                </a:lnTo>
                <a:lnTo>
                  <a:pt x="6595" y="6789"/>
                </a:lnTo>
                <a:lnTo>
                  <a:pt x="6497" y="6911"/>
                </a:lnTo>
                <a:lnTo>
                  <a:pt x="6400" y="7008"/>
                </a:lnTo>
                <a:lnTo>
                  <a:pt x="6327" y="7130"/>
                </a:lnTo>
                <a:lnTo>
                  <a:pt x="5986" y="7057"/>
                </a:lnTo>
                <a:lnTo>
                  <a:pt x="6059" y="7008"/>
                </a:lnTo>
                <a:lnTo>
                  <a:pt x="6132" y="6935"/>
                </a:lnTo>
                <a:lnTo>
                  <a:pt x="6254" y="6838"/>
                </a:lnTo>
                <a:lnTo>
                  <a:pt x="6497" y="6497"/>
                </a:lnTo>
                <a:close/>
                <a:moveTo>
                  <a:pt x="13286" y="6521"/>
                </a:moveTo>
                <a:lnTo>
                  <a:pt x="13627" y="6740"/>
                </a:lnTo>
                <a:lnTo>
                  <a:pt x="13967" y="6935"/>
                </a:lnTo>
                <a:lnTo>
                  <a:pt x="13870" y="7032"/>
                </a:lnTo>
                <a:lnTo>
                  <a:pt x="13724" y="7178"/>
                </a:lnTo>
                <a:lnTo>
                  <a:pt x="13578" y="7081"/>
                </a:lnTo>
                <a:lnTo>
                  <a:pt x="13456" y="7032"/>
                </a:lnTo>
                <a:lnTo>
                  <a:pt x="13164" y="6911"/>
                </a:lnTo>
                <a:lnTo>
                  <a:pt x="12897" y="6813"/>
                </a:lnTo>
                <a:lnTo>
                  <a:pt x="12653" y="6716"/>
                </a:lnTo>
                <a:lnTo>
                  <a:pt x="13286" y="6521"/>
                </a:lnTo>
                <a:close/>
                <a:moveTo>
                  <a:pt x="10171" y="5062"/>
                </a:moveTo>
                <a:lnTo>
                  <a:pt x="10220" y="5135"/>
                </a:lnTo>
                <a:lnTo>
                  <a:pt x="10196" y="5159"/>
                </a:lnTo>
                <a:lnTo>
                  <a:pt x="9587" y="5816"/>
                </a:lnTo>
                <a:lnTo>
                  <a:pt x="9003" y="6521"/>
                </a:lnTo>
                <a:lnTo>
                  <a:pt x="8809" y="6716"/>
                </a:lnTo>
                <a:lnTo>
                  <a:pt x="8590" y="6935"/>
                </a:lnTo>
                <a:lnTo>
                  <a:pt x="8371" y="7154"/>
                </a:lnTo>
                <a:lnTo>
                  <a:pt x="8152" y="7373"/>
                </a:lnTo>
                <a:lnTo>
                  <a:pt x="8200" y="6740"/>
                </a:lnTo>
                <a:lnTo>
                  <a:pt x="8444" y="6570"/>
                </a:lnTo>
                <a:lnTo>
                  <a:pt x="8663" y="6400"/>
                </a:lnTo>
                <a:lnTo>
                  <a:pt x="9101" y="6035"/>
                </a:lnTo>
                <a:lnTo>
                  <a:pt x="9660" y="5573"/>
                </a:lnTo>
                <a:lnTo>
                  <a:pt x="9928" y="5329"/>
                </a:lnTo>
                <a:lnTo>
                  <a:pt x="10171" y="5062"/>
                </a:lnTo>
                <a:close/>
                <a:moveTo>
                  <a:pt x="10488" y="5329"/>
                </a:moveTo>
                <a:lnTo>
                  <a:pt x="10731" y="5427"/>
                </a:lnTo>
                <a:lnTo>
                  <a:pt x="10999" y="5500"/>
                </a:lnTo>
                <a:lnTo>
                  <a:pt x="11510" y="5597"/>
                </a:lnTo>
                <a:lnTo>
                  <a:pt x="11850" y="5670"/>
                </a:lnTo>
                <a:lnTo>
                  <a:pt x="12167" y="5694"/>
                </a:lnTo>
                <a:lnTo>
                  <a:pt x="12824" y="5719"/>
                </a:lnTo>
                <a:lnTo>
                  <a:pt x="13529" y="5743"/>
                </a:lnTo>
                <a:lnTo>
                  <a:pt x="14235" y="5792"/>
                </a:lnTo>
                <a:lnTo>
                  <a:pt x="13505" y="6059"/>
                </a:lnTo>
                <a:lnTo>
                  <a:pt x="12799" y="6278"/>
                </a:lnTo>
                <a:lnTo>
                  <a:pt x="11339" y="6692"/>
                </a:lnTo>
                <a:lnTo>
                  <a:pt x="9612" y="7130"/>
                </a:lnTo>
                <a:lnTo>
                  <a:pt x="9149" y="7251"/>
                </a:lnTo>
                <a:lnTo>
                  <a:pt x="8663" y="7373"/>
                </a:lnTo>
                <a:lnTo>
                  <a:pt x="9101" y="6862"/>
                </a:lnTo>
                <a:lnTo>
                  <a:pt x="9758" y="6132"/>
                </a:lnTo>
                <a:lnTo>
                  <a:pt x="10098" y="5767"/>
                </a:lnTo>
                <a:lnTo>
                  <a:pt x="10439" y="5402"/>
                </a:lnTo>
                <a:lnTo>
                  <a:pt x="10488" y="5329"/>
                </a:lnTo>
                <a:close/>
                <a:moveTo>
                  <a:pt x="6862" y="6886"/>
                </a:moveTo>
                <a:lnTo>
                  <a:pt x="7349" y="7422"/>
                </a:lnTo>
                <a:lnTo>
                  <a:pt x="7349" y="7422"/>
                </a:lnTo>
                <a:lnTo>
                  <a:pt x="6570" y="7203"/>
                </a:lnTo>
                <a:lnTo>
                  <a:pt x="6668" y="7105"/>
                </a:lnTo>
                <a:lnTo>
                  <a:pt x="6765" y="7008"/>
                </a:lnTo>
                <a:lnTo>
                  <a:pt x="6862" y="6911"/>
                </a:lnTo>
                <a:lnTo>
                  <a:pt x="6862" y="6886"/>
                </a:lnTo>
                <a:close/>
                <a:moveTo>
                  <a:pt x="12386" y="6789"/>
                </a:moveTo>
                <a:lnTo>
                  <a:pt x="12483" y="6911"/>
                </a:lnTo>
                <a:lnTo>
                  <a:pt x="12629" y="7008"/>
                </a:lnTo>
                <a:lnTo>
                  <a:pt x="12775" y="7105"/>
                </a:lnTo>
                <a:lnTo>
                  <a:pt x="12921" y="7178"/>
                </a:lnTo>
                <a:lnTo>
                  <a:pt x="13432" y="7422"/>
                </a:lnTo>
                <a:lnTo>
                  <a:pt x="13140" y="7641"/>
                </a:lnTo>
                <a:lnTo>
                  <a:pt x="12970" y="7543"/>
                </a:lnTo>
                <a:lnTo>
                  <a:pt x="12799" y="7470"/>
                </a:lnTo>
                <a:lnTo>
                  <a:pt x="12483" y="7349"/>
                </a:lnTo>
                <a:lnTo>
                  <a:pt x="12045" y="7154"/>
                </a:lnTo>
                <a:lnTo>
                  <a:pt x="11826" y="7057"/>
                </a:lnTo>
                <a:lnTo>
                  <a:pt x="11607" y="7008"/>
                </a:lnTo>
                <a:lnTo>
                  <a:pt x="12386" y="6789"/>
                </a:lnTo>
                <a:close/>
                <a:moveTo>
                  <a:pt x="11461" y="7057"/>
                </a:moveTo>
                <a:lnTo>
                  <a:pt x="11534" y="7154"/>
                </a:lnTo>
                <a:lnTo>
                  <a:pt x="11631" y="7251"/>
                </a:lnTo>
                <a:lnTo>
                  <a:pt x="11850" y="7397"/>
                </a:lnTo>
                <a:lnTo>
                  <a:pt x="12069" y="7519"/>
                </a:lnTo>
                <a:lnTo>
                  <a:pt x="12313" y="7641"/>
                </a:lnTo>
                <a:lnTo>
                  <a:pt x="12532" y="7762"/>
                </a:lnTo>
                <a:lnTo>
                  <a:pt x="12799" y="7908"/>
                </a:lnTo>
                <a:lnTo>
                  <a:pt x="12483" y="8152"/>
                </a:lnTo>
                <a:lnTo>
                  <a:pt x="12410" y="8054"/>
                </a:lnTo>
                <a:lnTo>
                  <a:pt x="12337" y="7981"/>
                </a:lnTo>
                <a:lnTo>
                  <a:pt x="12240" y="7908"/>
                </a:lnTo>
                <a:lnTo>
                  <a:pt x="12118" y="7860"/>
                </a:lnTo>
                <a:lnTo>
                  <a:pt x="11875" y="7762"/>
                </a:lnTo>
                <a:lnTo>
                  <a:pt x="11656" y="7689"/>
                </a:lnTo>
                <a:lnTo>
                  <a:pt x="11145" y="7470"/>
                </a:lnTo>
                <a:lnTo>
                  <a:pt x="10901" y="7349"/>
                </a:lnTo>
                <a:lnTo>
                  <a:pt x="10634" y="7251"/>
                </a:lnTo>
                <a:lnTo>
                  <a:pt x="11437" y="7057"/>
                </a:lnTo>
                <a:close/>
                <a:moveTo>
                  <a:pt x="10439" y="7324"/>
                </a:moveTo>
                <a:lnTo>
                  <a:pt x="10512" y="7422"/>
                </a:lnTo>
                <a:lnTo>
                  <a:pt x="10609" y="7495"/>
                </a:lnTo>
                <a:lnTo>
                  <a:pt x="10828" y="7665"/>
                </a:lnTo>
                <a:lnTo>
                  <a:pt x="11047" y="7787"/>
                </a:lnTo>
                <a:lnTo>
                  <a:pt x="11291" y="7884"/>
                </a:lnTo>
                <a:lnTo>
                  <a:pt x="11996" y="8176"/>
                </a:lnTo>
                <a:lnTo>
                  <a:pt x="12167" y="8249"/>
                </a:lnTo>
                <a:lnTo>
                  <a:pt x="12215" y="8273"/>
                </a:lnTo>
                <a:lnTo>
                  <a:pt x="12288" y="8298"/>
                </a:lnTo>
                <a:lnTo>
                  <a:pt x="11996" y="8541"/>
                </a:lnTo>
                <a:lnTo>
                  <a:pt x="11972" y="8541"/>
                </a:lnTo>
                <a:lnTo>
                  <a:pt x="11583" y="8444"/>
                </a:lnTo>
                <a:lnTo>
                  <a:pt x="11218" y="8322"/>
                </a:lnTo>
                <a:lnTo>
                  <a:pt x="10853" y="8152"/>
                </a:lnTo>
                <a:lnTo>
                  <a:pt x="10512" y="7957"/>
                </a:lnTo>
                <a:lnTo>
                  <a:pt x="10098" y="7714"/>
                </a:lnTo>
                <a:lnTo>
                  <a:pt x="9879" y="7592"/>
                </a:lnTo>
                <a:lnTo>
                  <a:pt x="9660" y="7495"/>
                </a:lnTo>
                <a:lnTo>
                  <a:pt x="10439" y="7324"/>
                </a:lnTo>
                <a:close/>
                <a:moveTo>
                  <a:pt x="8225" y="8103"/>
                </a:moveTo>
                <a:lnTo>
                  <a:pt x="8638" y="8249"/>
                </a:lnTo>
                <a:lnTo>
                  <a:pt x="9028" y="8419"/>
                </a:lnTo>
                <a:lnTo>
                  <a:pt x="8930" y="8517"/>
                </a:lnTo>
                <a:lnTo>
                  <a:pt x="8784" y="8638"/>
                </a:lnTo>
                <a:lnTo>
                  <a:pt x="8711" y="8711"/>
                </a:lnTo>
                <a:lnTo>
                  <a:pt x="8687" y="8784"/>
                </a:lnTo>
                <a:lnTo>
                  <a:pt x="8225" y="8103"/>
                </a:lnTo>
                <a:close/>
                <a:moveTo>
                  <a:pt x="7689" y="8663"/>
                </a:moveTo>
                <a:lnTo>
                  <a:pt x="7714" y="9003"/>
                </a:lnTo>
                <a:lnTo>
                  <a:pt x="7689" y="9003"/>
                </a:lnTo>
                <a:lnTo>
                  <a:pt x="7519" y="8930"/>
                </a:lnTo>
                <a:lnTo>
                  <a:pt x="7665" y="8687"/>
                </a:lnTo>
                <a:lnTo>
                  <a:pt x="7689" y="8663"/>
                </a:lnTo>
                <a:close/>
                <a:moveTo>
                  <a:pt x="9344" y="7592"/>
                </a:moveTo>
                <a:lnTo>
                  <a:pt x="9612" y="7787"/>
                </a:lnTo>
                <a:lnTo>
                  <a:pt x="9904" y="7981"/>
                </a:lnTo>
                <a:lnTo>
                  <a:pt x="10463" y="8322"/>
                </a:lnTo>
                <a:lnTo>
                  <a:pt x="10755" y="8492"/>
                </a:lnTo>
                <a:lnTo>
                  <a:pt x="11047" y="8638"/>
                </a:lnTo>
                <a:lnTo>
                  <a:pt x="11364" y="8760"/>
                </a:lnTo>
                <a:lnTo>
                  <a:pt x="11680" y="8833"/>
                </a:lnTo>
                <a:lnTo>
                  <a:pt x="11510" y="9003"/>
                </a:lnTo>
                <a:lnTo>
                  <a:pt x="11485" y="9028"/>
                </a:lnTo>
                <a:lnTo>
                  <a:pt x="10463" y="8565"/>
                </a:lnTo>
                <a:lnTo>
                  <a:pt x="9952" y="8371"/>
                </a:lnTo>
                <a:lnTo>
                  <a:pt x="9417" y="8176"/>
                </a:lnTo>
                <a:lnTo>
                  <a:pt x="8979" y="7981"/>
                </a:lnTo>
                <a:lnTo>
                  <a:pt x="8736" y="7884"/>
                </a:lnTo>
                <a:lnTo>
                  <a:pt x="8468" y="7811"/>
                </a:lnTo>
                <a:lnTo>
                  <a:pt x="8906" y="7714"/>
                </a:lnTo>
                <a:lnTo>
                  <a:pt x="9344" y="7592"/>
                </a:lnTo>
                <a:close/>
                <a:moveTo>
                  <a:pt x="9368" y="8565"/>
                </a:moveTo>
                <a:lnTo>
                  <a:pt x="9733" y="8687"/>
                </a:lnTo>
                <a:lnTo>
                  <a:pt x="9660" y="8760"/>
                </a:lnTo>
                <a:lnTo>
                  <a:pt x="9198" y="9076"/>
                </a:lnTo>
                <a:lnTo>
                  <a:pt x="9101" y="9149"/>
                </a:lnTo>
                <a:lnTo>
                  <a:pt x="9003" y="9247"/>
                </a:lnTo>
                <a:lnTo>
                  <a:pt x="8760" y="8906"/>
                </a:lnTo>
                <a:lnTo>
                  <a:pt x="8784" y="8906"/>
                </a:lnTo>
                <a:lnTo>
                  <a:pt x="8930" y="8809"/>
                </a:lnTo>
                <a:lnTo>
                  <a:pt x="9052" y="8711"/>
                </a:lnTo>
                <a:lnTo>
                  <a:pt x="9174" y="8638"/>
                </a:lnTo>
                <a:lnTo>
                  <a:pt x="9344" y="8590"/>
                </a:lnTo>
                <a:lnTo>
                  <a:pt x="9368" y="8565"/>
                </a:lnTo>
                <a:close/>
                <a:moveTo>
                  <a:pt x="828" y="6181"/>
                </a:moveTo>
                <a:lnTo>
                  <a:pt x="1168" y="6302"/>
                </a:lnTo>
                <a:lnTo>
                  <a:pt x="1533" y="6400"/>
                </a:lnTo>
                <a:lnTo>
                  <a:pt x="2239" y="6546"/>
                </a:lnTo>
                <a:lnTo>
                  <a:pt x="2507" y="6570"/>
                </a:lnTo>
                <a:lnTo>
                  <a:pt x="2750" y="6594"/>
                </a:lnTo>
                <a:lnTo>
                  <a:pt x="3018" y="6619"/>
                </a:lnTo>
                <a:lnTo>
                  <a:pt x="3285" y="6643"/>
                </a:lnTo>
                <a:lnTo>
                  <a:pt x="4356" y="6911"/>
                </a:lnTo>
                <a:lnTo>
                  <a:pt x="5159" y="7081"/>
                </a:lnTo>
                <a:lnTo>
                  <a:pt x="5938" y="7300"/>
                </a:lnTo>
                <a:lnTo>
                  <a:pt x="7519" y="7762"/>
                </a:lnTo>
                <a:lnTo>
                  <a:pt x="6546" y="8273"/>
                </a:lnTo>
                <a:lnTo>
                  <a:pt x="5548" y="8736"/>
                </a:lnTo>
                <a:lnTo>
                  <a:pt x="4697" y="9076"/>
                </a:lnTo>
                <a:lnTo>
                  <a:pt x="4453" y="9198"/>
                </a:lnTo>
                <a:lnTo>
                  <a:pt x="4332" y="9271"/>
                </a:lnTo>
                <a:lnTo>
                  <a:pt x="4234" y="9368"/>
                </a:lnTo>
                <a:lnTo>
                  <a:pt x="4210" y="9320"/>
                </a:lnTo>
                <a:lnTo>
                  <a:pt x="3991" y="9003"/>
                </a:lnTo>
                <a:lnTo>
                  <a:pt x="3748" y="8687"/>
                </a:lnTo>
                <a:lnTo>
                  <a:pt x="3456" y="8395"/>
                </a:lnTo>
                <a:lnTo>
                  <a:pt x="3164" y="8127"/>
                </a:lnTo>
                <a:lnTo>
                  <a:pt x="2531" y="7616"/>
                </a:lnTo>
                <a:lnTo>
                  <a:pt x="2239" y="7373"/>
                </a:lnTo>
                <a:lnTo>
                  <a:pt x="1947" y="7105"/>
                </a:lnTo>
                <a:lnTo>
                  <a:pt x="1728" y="6911"/>
                </a:lnTo>
                <a:lnTo>
                  <a:pt x="1485" y="6716"/>
                </a:lnTo>
                <a:lnTo>
                  <a:pt x="1047" y="6375"/>
                </a:lnTo>
                <a:lnTo>
                  <a:pt x="828" y="6181"/>
                </a:lnTo>
                <a:close/>
                <a:moveTo>
                  <a:pt x="10098" y="8833"/>
                </a:moveTo>
                <a:lnTo>
                  <a:pt x="10658" y="9076"/>
                </a:lnTo>
                <a:lnTo>
                  <a:pt x="10366" y="9247"/>
                </a:lnTo>
                <a:lnTo>
                  <a:pt x="10098" y="9393"/>
                </a:lnTo>
                <a:lnTo>
                  <a:pt x="9758" y="9612"/>
                </a:lnTo>
                <a:lnTo>
                  <a:pt x="9612" y="9758"/>
                </a:lnTo>
                <a:lnTo>
                  <a:pt x="9466" y="9904"/>
                </a:lnTo>
                <a:lnTo>
                  <a:pt x="9125" y="9417"/>
                </a:lnTo>
                <a:lnTo>
                  <a:pt x="9198" y="9393"/>
                </a:lnTo>
                <a:lnTo>
                  <a:pt x="9271" y="9368"/>
                </a:lnTo>
                <a:lnTo>
                  <a:pt x="9417" y="9271"/>
                </a:lnTo>
                <a:lnTo>
                  <a:pt x="9660" y="9101"/>
                </a:lnTo>
                <a:lnTo>
                  <a:pt x="10098" y="8857"/>
                </a:lnTo>
                <a:lnTo>
                  <a:pt x="10098" y="8833"/>
                </a:lnTo>
                <a:close/>
                <a:moveTo>
                  <a:pt x="7324" y="9174"/>
                </a:moveTo>
                <a:lnTo>
                  <a:pt x="7446" y="9222"/>
                </a:lnTo>
                <a:lnTo>
                  <a:pt x="7519" y="9295"/>
                </a:lnTo>
                <a:lnTo>
                  <a:pt x="7738" y="9393"/>
                </a:lnTo>
                <a:lnTo>
                  <a:pt x="7738" y="9855"/>
                </a:lnTo>
                <a:lnTo>
                  <a:pt x="7738" y="10001"/>
                </a:lnTo>
                <a:lnTo>
                  <a:pt x="7495" y="9855"/>
                </a:lnTo>
                <a:lnTo>
                  <a:pt x="7251" y="9733"/>
                </a:lnTo>
                <a:lnTo>
                  <a:pt x="7105" y="9685"/>
                </a:lnTo>
                <a:lnTo>
                  <a:pt x="6984" y="9660"/>
                </a:lnTo>
                <a:lnTo>
                  <a:pt x="7324" y="9174"/>
                </a:lnTo>
                <a:close/>
                <a:moveTo>
                  <a:pt x="6911" y="9758"/>
                </a:moveTo>
                <a:lnTo>
                  <a:pt x="7008" y="9879"/>
                </a:lnTo>
                <a:lnTo>
                  <a:pt x="7130" y="10001"/>
                </a:lnTo>
                <a:lnTo>
                  <a:pt x="7373" y="10196"/>
                </a:lnTo>
                <a:lnTo>
                  <a:pt x="7543" y="10317"/>
                </a:lnTo>
                <a:lnTo>
                  <a:pt x="7762" y="10415"/>
                </a:lnTo>
                <a:lnTo>
                  <a:pt x="7762" y="10926"/>
                </a:lnTo>
                <a:lnTo>
                  <a:pt x="7470" y="10707"/>
                </a:lnTo>
                <a:lnTo>
                  <a:pt x="7203" y="10488"/>
                </a:lnTo>
                <a:lnTo>
                  <a:pt x="7057" y="10415"/>
                </a:lnTo>
                <a:lnTo>
                  <a:pt x="6911" y="10317"/>
                </a:lnTo>
                <a:lnTo>
                  <a:pt x="6741" y="10269"/>
                </a:lnTo>
                <a:lnTo>
                  <a:pt x="6570" y="10244"/>
                </a:lnTo>
                <a:lnTo>
                  <a:pt x="6911" y="9758"/>
                </a:lnTo>
                <a:close/>
                <a:moveTo>
                  <a:pt x="11072" y="9271"/>
                </a:moveTo>
                <a:lnTo>
                  <a:pt x="11291" y="9368"/>
                </a:lnTo>
                <a:lnTo>
                  <a:pt x="11266" y="9490"/>
                </a:lnTo>
                <a:lnTo>
                  <a:pt x="11266" y="9612"/>
                </a:lnTo>
                <a:lnTo>
                  <a:pt x="11096" y="9685"/>
                </a:lnTo>
                <a:lnTo>
                  <a:pt x="10950" y="9782"/>
                </a:lnTo>
                <a:lnTo>
                  <a:pt x="10658" y="9977"/>
                </a:lnTo>
                <a:lnTo>
                  <a:pt x="10293" y="10220"/>
                </a:lnTo>
                <a:lnTo>
                  <a:pt x="10123" y="10366"/>
                </a:lnTo>
                <a:lnTo>
                  <a:pt x="10050" y="10439"/>
                </a:lnTo>
                <a:lnTo>
                  <a:pt x="10001" y="10536"/>
                </a:lnTo>
                <a:lnTo>
                  <a:pt x="10001" y="10585"/>
                </a:lnTo>
                <a:lnTo>
                  <a:pt x="10025" y="10609"/>
                </a:lnTo>
                <a:lnTo>
                  <a:pt x="10123" y="10609"/>
                </a:lnTo>
                <a:lnTo>
                  <a:pt x="10220" y="10585"/>
                </a:lnTo>
                <a:lnTo>
                  <a:pt x="10390" y="10512"/>
                </a:lnTo>
                <a:lnTo>
                  <a:pt x="10561" y="10390"/>
                </a:lnTo>
                <a:lnTo>
                  <a:pt x="10731" y="10269"/>
                </a:lnTo>
                <a:lnTo>
                  <a:pt x="10999" y="10074"/>
                </a:lnTo>
                <a:lnTo>
                  <a:pt x="11291" y="9904"/>
                </a:lnTo>
                <a:lnTo>
                  <a:pt x="11339" y="10171"/>
                </a:lnTo>
                <a:lnTo>
                  <a:pt x="11412" y="10390"/>
                </a:lnTo>
                <a:lnTo>
                  <a:pt x="11145" y="10488"/>
                </a:lnTo>
                <a:lnTo>
                  <a:pt x="10877" y="10634"/>
                </a:lnTo>
                <a:lnTo>
                  <a:pt x="10731" y="10682"/>
                </a:lnTo>
                <a:lnTo>
                  <a:pt x="10561" y="10804"/>
                </a:lnTo>
                <a:lnTo>
                  <a:pt x="10415" y="10926"/>
                </a:lnTo>
                <a:lnTo>
                  <a:pt x="10342" y="10999"/>
                </a:lnTo>
                <a:lnTo>
                  <a:pt x="10317" y="11072"/>
                </a:lnTo>
                <a:lnTo>
                  <a:pt x="9879" y="10463"/>
                </a:lnTo>
                <a:lnTo>
                  <a:pt x="9587" y="10050"/>
                </a:lnTo>
                <a:lnTo>
                  <a:pt x="9733" y="10001"/>
                </a:lnTo>
                <a:lnTo>
                  <a:pt x="9904" y="9928"/>
                </a:lnTo>
                <a:lnTo>
                  <a:pt x="10196" y="9758"/>
                </a:lnTo>
                <a:lnTo>
                  <a:pt x="10634" y="9514"/>
                </a:lnTo>
                <a:lnTo>
                  <a:pt x="11047" y="9295"/>
                </a:lnTo>
                <a:lnTo>
                  <a:pt x="11072" y="9271"/>
                </a:lnTo>
                <a:close/>
                <a:moveTo>
                  <a:pt x="11534" y="10780"/>
                </a:moveTo>
                <a:lnTo>
                  <a:pt x="11656" y="11193"/>
                </a:lnTo>
                <a:lnTo>
                  <a:pt x="11631" y="11193"/>
                </a:lnTo>
                <a:lnTo>
                  <a:pt x="11437" y="11364"/>
                </a:lnTo>
                <a:lnTo>
                  <a:pt x="11218" y="11510"/>
                </a:lnTo>
                <a:lnTo>
                  <a:pt x="11023" y="11631"/>
                </a:lnTo>
                <a:lnTo>
                  <a:pt x="10828" y="11753"/>
                </a:lnTo>
                <a:lnTo>
                  <a:pt x="10804" y="11777"/>
                </a:lnTo>
                <a:lnTo>
                  <a:pt x="10439" y="11242"/>
                </a:lnTo>
                <a:lnTo>
                  <a:pt x="10512" y="11242"/>
                </a:lnTo>
                <a:lnTo>
                  <a:pt x="10585" y="11218"/>
                </a:lnTo>
                <a:lnTo>
                  <a:pt x="10731" y="11145"/>
                </a:lnTo>
                <a:lnTo>
                  <a:pt x="10999" y="10974"/>
                </a:lnTo>
                <a:lnTo>
                  <a:pt x="11534" y="10780"/>
                </a:lnTo>
                <a:close/>
                <a:moveTo>
                  <a:pt x="6522" y="10342"/>
                </a:moveTo>
                <a:lnTo>
                  <a:pt x="6668" y="10439"/>
                </a:lnTo>
                <a:lnTo>
                  <a:pt x="6838" y="10561"/>
                </a:lnTo>
                <a:lnTo>
                  <a:pt x="7105" y="10853"/>
                </a:lnTo>
                <a:lnTo>
                  <a:pt x="7251" y="10999"/>
                </a:lnTo>
                <a:lnTo>
                  <a:pt x="7397" y="11120"/>
                </a:lnTo>
                <a:lnTo>
                  <a:pt x="7568" y="11218"/>
                </a:lnTo>
                <a:lnTo>
                  <a:pt x="7738" y="11291"/>
                </a:lnTo>
                <a:lnTo>
                  <a:pt x="7762" y="11291"/>
                </a:lnTo>
                <a:lnTo>
                  <a:pt x="7762" y="12021"/>
                </a:lnTo>
                <a:lnTo>
                  <a:pt x="7665" y="11948"/>
                </a:lnTo>
                <a:lnTo>
                  <a:pt x="7568" y="11875"/>
                </a:lnTo>
                <a:lnTo>
                  <a:pt x="7397" y="11704"/>
                </a:lnTo>
                <a:lnTo>
                  <a:pt x="7057" y="11364"/>
                </a:lnTo>
                <a:lnTo>
                  <a:pt x="6862" y="11193"/>
                </a:lnTo>
                <a:lnTo>
                  <a:pt x="6619" y="11072"/>
                </a:lnTo>
                <a:lnTo>
                  <a:pt x="6376" y="10999"/>
                </a:lnTo>
                <a:lnTo>
                  <a:pt x="6132" y="10926"/>
                </a:lnTo>
                <a:lnTo>
                  <a:pt x="6522" y="10342"/>
                </a:lnTo>
                <a:close/>
                <a:moveTo>
                  <a:pt x="11753" y="11510"/>
                </a:moveTo>
                <a:lnTo>
                  <a:pt x="11826" y="11802"/>
                </a:lnTo>
                <a:lnTo>
                  <a:pt x="11704" y="11826"/>
                </a:lnTo>
                <a:lnTo>
                  <a:pt x="11607" y="11899"/>
                </a:lnTo>
                <a:lnTo>
                  <a:pt x="11412" y="12021"/>
                </a:lnTo>
                <a:lnTo>
                  <a:pt x="11291" y="12167"/>
                </a:lnTo>
                <a:lnTo>
                  <a:pt x="11218" y="12240"/>
                </a:lnTo>
                <a:lnTo>
                  <a:pt x="11193" y="12313"/>
                </a:lnTo>
                <a:lnTo>
                  <a:pt x="10901" y="11899"/>
                </a:lnTo>
                <a:lnTo>
                  <a:pt x="11120" y="11850"/>
                </a:lnTo>
                <a:lnTo>
                  <a:pt x="11339" y="11777"/>
                </a:lnTo>
                <a:lnTo>
                  <a:pt x="11558" y="11656"/>
                </a:lnTo>
                <a:lnTo>
                  <a:pt x="11753" y="11510"/>
                </a:lnTo>
                <a:close/>
                <a:moveTo>
                  <a:pt x="6059" y="11047"/>
                </a:moveTo>
                <a:lnTo>
                  <a:pt x="6303" y="11218"/>
                </a:lnTo>
                <a:lnTo>
                  <a:pt x="6546" y="11388"/>
                </a:lnTo>
                <a:lnTo>
                  <a:pt x="6789" y="11583"/>
                </a:lnTo>
                <a:lnTo>
                  <a:pt x="6984" y="11802"/>
                </a:lnTo>
                <a:lnTo>
                  <a:pt x="7251" y="12069"/>
                </a:lnTo>
                <a:lnTo>
                  <a:pt x="7397" y="12215"/>
                </a:lnTo>
                <a:lnTo>
                  <a:pt x="7543" y="12313"/>
                </a:lnTo>
                <a:lnTo>
                  <a:pt x="7276" y="12459"/>
                </a:lnTo>
                <a:lnTo>
                  <a:pt x="7154" y="12386"/>
                </a:lnTo>
                <a:lnTo>
                  <a:pt x="7008" y="12337"/>
                </a:lnTo>
                <a:lnTo>
                  <a:pt x="6765" y="12215"/>
                </a:lnTo>
                <a:lnTo>
                  <a:pt x="6522" y="12069"/>
                </a:lnTo>
                <a:lnTo>
                  <a:pt x="6327" y="11948"/>
                </a:lnTo>
                <a:lnTo>
                  <a:pt x="6157" y="11802"/>
                </a:lnTo>
                <a:lnTo>
                  <a:pt x="5962" y="11656"/>
                </a:lnTo>
                <a:lnTo>
                  <a:pt x="5767" y="11534"/>
                </a:lnTo>
                <a:lnTo>
                  <a:pt x="6059" y="11047"/>
                </a:lnTo>
                <a:close/>
                <a:moveTo>
                  <a:pt x="5670" y="11680"/>
                </a:moveTo>
                <a:lnTo>
                  <a:pt x="5719" y="11777"/>
                </a:lnTo>
                <a:lnTo>
                  <a:pt x="5792" y="11850"/>
                </a:lnTo>
                <a:lnTo>
                  <a:pt x="5938" y="12021"/>
                </a:lnTo>
                <a:lnTo>
                  <a:pt x="6108" y="12167"/>
                </a:lnTo>
                <a:lnTo>
                  <a:pt x="6278" y="12288"/>
                </a:lnTo>
                <a:lnTo>
                  <a:pt x="6546" y="12483"/>
                </a:lnTo>
                <a:lnTo>
                  <a:pt x="6716" y="12580"/>
                </a:lnTo>
                <a:lnTo>
                  <a:pt x="6887" y="12678"/>
                </a:lnTo>
                <a:lnTo>
                  <a:pt x="6522" y="12848"/>
                </a:lnTo>
                <a:lnTo>
                  <a:pt x="6230" y="12653"/>
                </a:lnTo>
                <a:lnTo>
                  <a:pt x="5938" y="12434"/>
                </a:lnTo>
                <a:lnTo>
                  <a:pt x="5694" y="12215"/>
                </a:lnTo>
                <a:lnTo>
                  <a:pt x="5475" y="12021"/>
                </a:lnTo>
                <a:lnTo>
                  <a:pt x="5621" y="11777"/>
                </a:lnTo>
                <a:lnTo>
                  <a:pt x="5670" y="11680"/>
                </a:lnTo>
                <a:close/>
                <a:moveTo>
                  <a:pt x="11899" y="12094"/>
                </a:moveTo>
                <a:lnTo>
                  <a:pt x="12021" y="12605"/>
                </a:lnTo>
                <a:lnTo>
                  <a:pt x="11899" y="12726"/>
                </a:lnTo>
                <a:lnTo>
                  <a:pt x="11777" y="12848"/>
                </a:lnTo>
                <a:lnTo>
                  <a:pt x="11729" y="12921"/>
                </a:lnTo>
                <a:lnTo>
                  <a:pt x="11680" y="12994"/>
                </a:lnTo>
                <a:lnTo>
                  <a:pt x="11680" y="13018"/>
                </a:lnTo>
                <a:lnTo>
                  <a:pt x="11266" y="12434"/>
                </a:lnTo>
                <a:lnTo>
                  <a:pt x="11412" y="12386"/>
                </a:lnTo>
                <a:lnTo>
                  <a:pt x="11558" y="12313"/>
                </a:lnTo>
                <a:lnTo>
                  <a:pt x="11729" y="12215"/>
                </a:lnTo>
                <a:lnTo>
                  <a:pt x="11899" y="12094"/>
                </a:lnTo>
                <a:close/>
                <a:moveTo>
                  <a:pt x="5329" y="12240"/>
                </a:moveTo>
                <a:lnTo>
                  <a:pt x="5402" y="12361"/>
                </a:lnTo>
                <a:lnTo>
                  <a:pt x="5500" y="12483"/>
                </a:lnTo>
                <a:lnTo>
                  <a:pt x="5670" y="12678"/>
                </a:lnTo>
                <a:lnTo>
                  <a:pt x="5913" y="12897"/>
                </a:lnTo>
                <a:lnTo>
                  <a:pt x="6157" y="13067"/>
                </a:lnTo>
                <a:lnTo>
                  <a:pt x="5743" y="13335"/>
                </a:lnTo>
                <a:lnTo>
                  <a:pt x="5646" y="13310"/>
                </a:lnTo>
                <a:lnTo>
                  <a:pt x="5475" y="13237"/>
                </a:lnTo>
                <a:lnTo>
                  <a:pt x="5305" y="13164"/>
                </a:lnTo>
                <a:lnTo>
                  <a:pt x="5135" y="13043"/>
                </a:lnTo>
                <a:lnTo>
                  <a:pt x="4940" y="12970"/>
                </a:lnTo>
                <a:lnTo>
                  <a:pt x="4891" y="12945"/>
                </a:lnTo>
                <a:lnTo>
                  <a:pt x="5110" y="12605"/>
                </a:lnTo>
                <a:lnTo>
                  <a:pt x="5329" y="12240"/>
                </a:lnTo>
                <a:close/>
                <a:moveTo>
                  <a:pt x="12094" y="13043"/>
                </a:moveTo>
                <a:lnTo>
                  <a:pt x="12215" y="13748"/>
                </a:lnTo>
                <a:lnTo>
                  <a:pt x="11802" y="13189"/>
                </a:lnTo>
                <a:lnTo>
                  <a:pt x="11850" y="13189"/>
                </a:lnTo>
                <a:lnTo>
                  <a:pt x="11923" y="13164"/>
                </a:lnTo>
                <a:lnTo>
                  <a:pt x="11972" y="13140"/>
                </a:lnTo>
                <a:lnTo>
                  <a:pt x="12094" y="13043"/>
                </a:lnTo>
                <a:close/>
                <a:moveTo>
                  <a:pt x="4745" y="13140"/>
                </a:moveTo>
                <a:lnTo>
                  <a:pt x="4891" y="13310"/>
                </a:lnTo>
                <a:lnTo>
                  <a:pt x="5062" y="13456"/>
                </a:lnTo>
                <a:lnTo>
                  <a:pt x="5305" y="13602"/>
                </a:lnTo>
                <a:lnTo>
                  <a:pt x="4964" y="13846"/>
                </a:lnTo>
                <a:lnTo>
                  <a:pt x="4891" y="13773"/>
                </a:lnTo>
                <a:lnTo>
                  <a:pt x="4818" y="13700"/>
                </a:lnTo>
                <a:lnTo>
                  <a:pt x="4648" y="13627"/>
                </a:lnTo>
                <a:lnTo>
                  <a:pt x="4551" y="13554"/>
                </a:lnTo>
                <a:lnTo>
                  <a:pt x="4405" y="13529"/>
                </a:lnTo>
                <a:lnTo>
                  <a:pt x="4575" y="13335"/>
                </a:lnTo>
                <a:lnTo>
                  <a:pt x="4745" y="13140"/>
                </a:lnTo>
                <a:close/>
                <a:moveTo>
                  <a:pt x="8200" y="8833"/>
                </a:moveTo>
                <a:lnTo>
                  <a:pt x="8371" y="9076"/>
                </a:lnTo>
                <a:lnTo>
                  <a:pt x="8663" y="9514"/>
                </a:lnTo>
                <a:lnTo>
                  <a:pt x="8979" y="9928"/>
                </a:lnTo>
                <a:lnTo>
                  <a:pt x="9587" y="10780"/>
                </a:lnTo>
                <a:lnTo>
                  <a:pt x="10171" y="11583"/>
                </a:lnTo>
                <a:lnTo>
                  <a:pt x="10731" y="12410"/>
                </a:lnTo>
                <a:lnTo>
                  <a:pt x="11291" y="13213"/>
                </a:lnTo>
                <a:lnTo>
                  <a:pt x="11850" y="13992"/>
                </a:lnTo>
                <a:lnTo>
                  <a:pt x="11729" y="13943"/>
                </a:lnTo>
                <a:lnTo>
                  <a:pt x="11072" y="13554"/>
                </a:lnTo>
                <a:lnTo>
                  <a:pt x="10415" y="13189"/>
                </a:lnTo>
                <a:lnTo>
                  <a:pt x="9831" y="12921"/>
                </a:lnTo>
                <a:lnTo>
                  <a:pt x="9539" y="12799"/>
                </a:lnTo>
                <a:lnTo>
                  <a:pt x="9222" y="12678"/>
                </a:lnTo>
                <a:lnTo>
                  <a:pt x="8760" y="12507"/>
                </a:lnTo>
                <a:lnTo>
                  <a:pt x="8517" y="12410"/>
                </a:lnTo>
                <a:lnTo>
                  <a:pt x="8273" y="12337"/>
                </a:lnTo>
                <a:lnTo>
                  <a:pt x="8273" y="12288"/>
                </a:lnTo>
                <a:lnTo>
                  <a:pt x="8322" y="11996"/>
                </a:lnTo>
                <a:lnTo>
                  <a:pt x="8346" y="11680"/>
                </a:lnTo>
                <a:lnTo>
                  <a:pt x="8346" y="11388"/>
                </a:lnTo>
                <a:lnTo>
                  <a:pt x="8322" y="11072"/>
                </a:lnTo>
                <a:lnTo>
                  <a:pt x="8273" y="10463"/>
                </a:lnTo>
                <a:lnTo>
                  <a:pt x="8225" y="9855"/>
                </a:lnTo>
                <a:lnTo>
                  <a:pt x="8200" y="8833"/>
                </a:lnTo>
                <a:close/>
                <a:moveTo>
                  <a:pt x="7324" y="8346"/>
                </a:moveTo>
                <a:lnTo>
                  <a:pt x="6935" y="8906"/>
                </a:lnTo>
                <a:lnTo>
                  <a:pt x="6570" y="9441"/>
                </a:lnTo>
                <a:lnTo>
                  <a:pt x="5962" y="10439"/>
                </a:lnTo>
                <a:lnTo>
                  <a:pt x="5354" y="11437"/>
                </a:lnTo>
                <a:lnTo>
                  <a:pt x="4818" y="12386"/>
                </a:lnTo>
                <a:lnTo>
                  <a:pt x="4502" y="12848"/>
                </a:lnTo>
                <a:lnTo>
                  <a:pt x="4356" y="13067"/>
                </a:lnTo>
                <a:lnTo>
                  <a:pt x="4161" y="13286"/>
                </a:lnTo>
                <a:lnTo>
                  <a:pt x="3967" y="13529"/>
                </a:lnTo>
                <a:lnTo>
                  <a:pt x="3796" y="13773"/>
                </a:lnTo>
                <a:lnTo>
                  <a:pt x="3650" y="14040"/>
                </a:lnTo>
                <a:lnTo>
                  <a:pt x="3504" y="14308"/>
                </a:lnTo>
                <a:lnTo>
                  <a:pt x="3577" y="13578"/>
                </a:lnTo>
                <a:lnTo>
                  <a:pt x="3699" y="12897"/>
                </a:lnTo>
                <a:lnTo>
                  <a:pt x="3821" y="12215"/>
                </a:lnTo>
                <a:lnTo>
                  <a:pt x="3967" y="11558"/>
                </a:lnTo>
                <a:lnTo>
                  <a:pt x="4113" y="10926"/>
                </a:lnTo>
                <a:lnTo>
                  <a:pt x="4234" y="10269"/>
                </a:lnTo>
                <a:lnTo>
                  <a:pt x="4332" y="9612"/>
                </a:lnTo>
                <a:lnTo>
                  <a:pt x="4307" y="9539"/>
                </a:lnTo>
                <a:lnTo>
                  <a:pt x="4453" y="9587"/>
                </a:lnTo>
                <a:lnTo>
                  <a:pt x="4624" y="9563"/>
                </a:lnTo>
                <a:lnTo>
                  <a:pt x="4818" y="9514"/>
                </a:lnTo>
                <a:lnTo>
                  <a:pt x="5013" y="9441"/>
                </a:lnTo>
                <a:lnTo>
                  <a:pt x="5354" y="9271"/>
                </a:lnTo>
                <a:lnTo>
                  <a:pt x="5646" y="9149"/>
                </a:lnTo>
                <a:lnTo>
                  <a:pt x="6497" y="8760"/>
                </a:lnTo>
                <a:lnTo>
                  <a:pt x="7324" y="8346"/>
                </a:lnTo>
                <a:close/>
                <a:moveTo>
                  <a:pt x="4234" y="13700"/>
                </a:moveTo>
                <a:lnTo>
                  <a:pt x="4307" y="13773"/>
                </a:lnTo>
                <a:lnTo>
                  <a:pt x="4380" y="13821"/>
                </a:lnTo>
                <a:lnTo>
                  <a:pt x="4551" y="13943"/>
                </a:lnTo>
                <a:lnTo>
                  <a:pt x="4697" y="14016"/>
                </a:lnTo>
                <a:lnTo>
                  <a:pt x="4307" y="14259"/>
                </a:lnTo>
                <a:lnTo>
                  <a:pt x="4161" y="14332"/>
                </a:lnTo>
                <a:lnTo>
                  <a:pt x="3991" y="14405"/>
                </a:lnTo>
                <a:lnTo>
                  <a:pt x="3650" y="14502"/>
                </a:lnTo>
                <a:lnTo>
                  <a:pt x="3748" y="14429"/>
                </a:lnTo>
                <a:lnTo>
                  <a:pt x="3821" y="14332"/>
                </a:lnTo>
                <a:lnTo>
                  <a:pt x="3967" y="14113"/>
                </a:lnTo>
                <a:lnTo>
                  <a:pt x="4113" y="13894"/>
                </a:lnTo>
                <a:lnTo>
                  <a:pt x="4234" y="13700"/>
                </a:lnTo>
                <a:close/>
                <a:moveTo>
                  <a:pt x="7835" y="0"/>
                </a:moveTo>
                <a:lnTo>
                  <a:pt x="7762" y="25"/>
                </a:lnTo>
                <a:lnTo>
                  <a:pt x="7689" y="73"/>
                </a:lnTo>
                <a:lnTo>
                  <a:pt x="7641" y="73"/>
                </a:lnTo>
                <a:lnTo>
                  <a:pt x="7495" y="146"/>
                </a:lnTo>
                <a:lnTo>
                  <a:pt x="7373" y="244"/>
                </a:lnTo>
                <a:lnTo>
                  <a:pt x="7276" y="341"/>
                </a:lnTo>
                <a:lnTo>
                  <a:pt x="7178" y="463"/>
                </a:lnTo>
                <a:lnTo>
                  <a:pt x="6984" y="730"/>
                </a:lnTo>
                <a:lnTo>
                  <a:pt x="6838" y="1047"/>
                </a:lnTo>
                <a:lnTo>
                  <a:pt x="6716" y="1387"/>
                </a:lnTo>
                <a:lnTo>
                  <a:pt x="6619" y="1704"/>
                </a:lnTo>
                <a:lnTo>
                  <a:pt x="6449" y="2288"/>
                </a:lnTo>
                <a:lnTo>
                  <a:pt x="6230" y="2920"/>
                </a:lnTo>
                <a:lnTo>
                  <a:pt x="6108" y="3237"/>
                </a:lnTo>
                <a:lnTo>
                  <a:pt x="5962" y="3529"/>
                </a:lnTo>
                <a:lnTo>
                  <a:pt x="5767" y="3845"/>
                </a:lnTo>
                <a:lnTo>
                  <a:pt x="5548" y="4161"/>
                </a:lnTo>
                <a:lnTo>
                  <a:pt x="5378" y="4478"/>
                </a:lnTo>
                <a:lnTo>
                  <a:pt x="5281" y="4648"/>
                </a:lnTo>
                <a:lnTo>
                  <a:pt x="5208" y="4818"/>
                </a:lnTo>
                <a:lnTo>
                  <a:pt x="4891" y="4916"/>
                </a:lnTo>
                <a:lnTo>
                  <a:pt x="4575" y="4989"/>
                </a:lnTo>
                <a:lnTo>
                  <a:pt x="3918" y="5110"/>
                </a:lnTo>
                <a:lnTo>
                  <a:pt x="2580" y="5305"/>
                </a:lnTo>
                <a:lnTo>
                  <a:pt x="1801" y="5402"/>
                </a:lnTo>
                <a:lnTo>
                  <a:pt x="998" y="5500"/>
                </a:lnTo>
                <a:lnTo>
                  <a:pt x="755" y="5524"/>
                </a:lnTo>
                <a:lnTo>
                  <a:pt x="511" y="5524"/>
                </a:lnTo>
                <a:lnTo>
                  <a:pt x="244" y="5548"/>
                </a:lnTo>
                <a:lnTo>
                  <a:pt x="146" y="5597"/>
                </a:lnTo>
                <a:lnTo>
                  <a:pt x="49" y="5646"/>
                </a:lnTo>
                <a:lnTo>
                  <a:pt x="0" y="5719"/>
                </a:lnTo>
                <a:lnTo>
                  <a:pt x="0" y="5792"/>
                </a:lnTo>
                <a:lnTo>
                  <a:pt x="0" y="5865"/>
                </a:lnTo>
                <a:lnTo>
                  <a:pt x="0" y="5962"/>
                </a:lnTo>
                <a:lnTo>
                  <a:pt x="49" y="6035"/>
                </a:lnTo>
                <a:lnTo>
                  <a:pt x="146" y="6229"/>
                </a:lnTo>
                <a:lnTo>
                  <a:pt x="292" y="6375"/>
                </a:lnTo>
                <a:lnTo>
                  <a:pt x="438" y="6497"/>
                </a:lnTo>
                <a:lnTo>
                  <a:pt x="682" y="6716"/>
                </a:lnTo>
                <a:lnTo>
                  <a:pt x="925" y="6935"/>
                </a:lnTo>
                <a:lnTo>
                  <a:pt x="1460" y="7349"/>
                </a:lnTo>
                <a:lnTo>
                  <a:pt x="1971" y="7811"/>
                </a:lnTo>
                <a:lnTo>
                  <a:pt x="2507" y="8273"/>
                </a:lnTo>
                <a:lnTo>
                  <a:pt x="2847" y="8565"/>
                </a:lnTo>
                <a:lnTo>
                  <a:pt x="3188" y="8882"/>
                </a:lnTo>
                <a:lnTo>
                  <a:pt x="3504" y="9222"/>
                </a:lnTo>
                <a:lnTo>
                  <a:pt x="3650" y="9417"/>
                </a:lnTo>
                <a:lnTo>
                  <a:pt x="3772" y="9612"/>
                </a:lnTo>
                <a:lnTo>
                  <a:pt x="3821" y="9685"/>
                </a:lnTo>
                <a:lnTo>
                  <a:pt x="3918" y="9709"/>
                </a:lnTo>
                <a:lnTo>
                  <a:pt x="3748" y="10342"/>
                </a:lnTo>
                <a:lnTo>
                  <a:pt x="3602" y="10974"/>
                </a:lnTo>
                <a:lnTo>
                  <a:pt x="3334" y="12264"/>
                </a:lnTo>
                <a:lnTo>
                  <a:pt x="3212" y="12872"/>
                </a:lnTo>
                <a:lnTo>
                  <a:pt x="3091" y="13529"/>
                </a:lnTo>
                <a:lnTo>
                  <a:pt x="3042" y="13870"/>
                </a:lnTo>
                <a:lnTo>
                  <a:pt x="2993" y="14186"/>
                </a:lnTo>
                <a:lnTo>
                  <a:pt x="2993" y="14502"/>
                </a:lnTo>
                <a:lnTo>
                  <a:pt x="3018" y="14819"/>
                </a:lnTo>
                <a:lnTo>
                  <a:pt x="3042" y="14916"/>
                </a:lnTo>
                <a:lnTo>
                  <a:pt x="3091" y="14965"/>
                </a:lnTo>
                <a:lnTo>
                  <a:pt x="3188" y="15013"/>
                </a:lnTo>
                <a:lnTo>
                  <a:pt x="3261" y="15013"/>
                </a:lnTo>
                <a:lnTo>
                  <a:pt x="3383" y="15038"/>
                </a:lnTo>
                <a:lnTo>
                  <a:pt x="3529" y="15062"/>
                </a:lnTo>
                <a:lnTo>
                  <a:pt x="3675" y="15038"/>
                </a:lnTo>
                <a:lnTo>
                  <a:pt x="3796" y="15013"/>
                </a:lnTo>
                <a:lnTo>
                  <a:pt x="4088" y="14940"/>
                </a:lnTo>
                <a:lnTo>
                  <a:pt x="4405" y="14794"/>
                </a:lnTo>
                <a:lnTo>
                  <a:pt x="4672" y="14624"/>
                </a:lnTo>
                <a:lnTo>
                  <a:pt x="4964" y="14454"/>
                </a:lnTo>
                <a:lnTo>
                  <a:pt x="5402" y="14138"/>
                </a:lnTo>
                <a:lnTo>
                  <a:pt x="5719" y="13943"/>
                </a:lnTo>
                <a:lnTo>
                  <a:pt x="6035" y="13748"/>
                </a:lnTo>
                <a:lnTo>
                  <a:pt x="6716" y="13383"/>
                </a:lnTo>
                <a:lnTo>
                  <a:pt x="7373" y="13018"/>
                </a:lnTo>
                <a:lnTo>
                  <a:pt x="7689" y="12824"/>
                </a:lnTo>
                <a:lnTo>
                  <a:pt x="8006" y="12629"/>
                </a:lnTo>
                <a:lnTo>
                  <a:pt x="8127" y="12726"/>
                </a:lnTo>
                <a:lnTo>
                  <a:pt x="8273" y="12799"/>
                </a:lnTo>
                <a:lnTo>
                  <a:pt x="8590" y="12945"/>
                </a:lnTo>
                <a:lnTo>
                  <a:pt x="9320" y="13213"/>
                </a:lnTo>
                <a:lnTo>
                  <a:pt x="9685" y="13383"/>
                </a:lnTo>
                <a:lnTo>
                  <a:pt x="10050" y="13554"/>
                </a:lnTo>
                <a:lnTo>
                  <a:pt x="10707" y="13894"/>
                </a:lnTo>
                <a:lnTo>
                  <a:pt x="11364" y="14283"/>
                </a:lnTo>
                <a:lnTo>
                  <a:pt x="11607" y="14454"/>
                </a:lnTo>
                <a:lnTo>
                  <a:pt x="11875" y="14624"/>
                </a:lnTo>
                <a:lnTo>
                  <a:pt x="12021" y="14697"/>
                </a:lnTo>
                <a:lnTo>
                  <a:pt x="12167" y="14770"/>
                </a:lnTo>
                <a:lnTo>
                  <a:pt x="12313" y="14794"/>
                </a:lnTo>
                <a:lnTo>
                  <a:pt x="12459" y="14770"/>
                </a:lnTo>
                <a:lnTo>
                  <a:pt x="12507" y="14770"/>
                </a:lnTo>
                <a:lnTo>
                  <a:pt x="12532" y="14721"/>
                </a:lnTo>
                <a:lnTo>
                  <a:pt x="12629" y="14697"/>
                </a:lnTo>
                <a:lnTo>
                  <a:pt x="12702" y="14648"/>
                </a:lnTo>
                <a:lnTo>
                  <a:pt x="12751" y="14575"/>
                </a:lnTo>
                <a:lnTo>
                  <a:pt x="12775" y="14478"/>
                </a:lnTo>
                <a:lnTo>
                  <a:pt x="12751" y="14065"/>
                </a:lnTo>
                <a:lnTo>
                  <a:pt x="12702" y="13651"/>
                </a:lnTo>
                <a:lnTo>
                  <a:pt x="12629" y="13262"/>
                </a:lnTo>
                <a:lnTo>
                  <a:pt x="12556" y="12848"/>
                </a:lnTo>
                <a:lnTo>
                  <a:pt x="12337" y="12045"/>
                </a:lnTo>
                <a:lnTo>
                  <a:pt x="12118" y="11242"/>
                </a:lnTo>
                <a:lnTo>
                  <a:pt x="11899" y="10463"/>
                </a:lnTo>
                <a:lnTo>
                  <a:pt x="11875" y="10390"/>
                </a:lnTo>
                <a:lnTo>
                  <a:pt x="11680" y="9685"/>
                </a:lnTo>
                <a:lnTo>
                  <a:pt x="11680" y="9636"/>
                </a:lnTo>
                <a:lnTo>
                  <a:pt x="11656" y="9563"/>
                </a:lnTo>
                <a:lnTo>
                  <a:pt x="11631" y="9514"/>
                </a:lnTo>
                <a:lnTo>
                  <a:pt x="11680" y="9490"/>
                </a:lnTo>
                <a:lnTo>
                  <a:pt x="11729" y="9466"/>
                </a:lnTo>
                <a:lnTo>
                  <a:pt x="11802" y="9393"/>
                </a:lnTo>
                <a:lnTo>
                  <a:pt x="11850" y="9344"/>
                </a:lnTo>
                <a:lnTo>
                  <a:pt x="12094" y="9101"/>
                </a:lnTo>
                <a:lnTo>
                  <a:pt x="12361" y="8882"/>
                </a:lnTo>
                <a:lnTo>
                  <a:pt x="12897" y="8419"/>
                </a:lnTo>
                <a:lnTo>
                  <a:pt x="13432" y="8006"/>
                </a:lnTo>
                <a:lnTo>
                  <a:pt x="13967" y="7568"/>
                </a:lnTo>
                <a:lnTo>
                  <a:pt x="14211" y="7324"/>
                </a:lnTo>
                <a:lnTo>
                  <a:pt x="14454" y="7105"/>
                </a:lnTo>
                <a:lnTo>
                  <a:pt x="14697" y="6838"/>
                </a:lnTo>
                <a:lnTo>
                  <a:pt x="14892" y="6570"/>
                </a:lnTo>
                <a:lnTo>
                  <a:pt x="15232" y="6205"/>
                </a:lnTo>
                <a:lnTo>
                  <a:pt x="15403" y="5986"/>
                </a:lnTo>
                <a:lnTo>
                  <a:pt x="15451" y="5889"/>
                </a:lnTo>
                <a:lnTo>
                  <a:pt x="15500" y="5767"/>
                </a:lnTo>
                <a:lnTo>
                  <a:pt x="15500" y="5743"/>
                </a:lnTo>
                <a:lnTo>
                  <a:pt x="15476" y="5646"/>
                </a:lnTo>
                <a:lnTo>
                  <a:pt x="15427" y="5573"/>
                </a:lnTo>
                <a:lnTo>
                  <a:pt x="15354" y="5475"/>
                </a:lnTo>
                <a:lnTo>
                  <a:pt x="15257" y="5427"/>
                </a:lnTo>
                <a:lnTo>
                  <a:pt x="15135" y="5378"/>
                </a:lnTo>
                <a:lnTo>
                  <a:pt x="15013" y="5354"/>
                </a:lnTo>
                <a:lnTo>
                  <a:pt x="14770" y="5329"/>
                </a:lnTo>
                <a:lnTo>
                  <a:pt x="14527" y="5305"/>
                </a:lnTo>
                <a:lnTo>
                  <a:pt x="13797" y="5256"/>
                </a:lnTo>
                <a:lnTo>
                  <a:pt x="13091" y="5208"/>
                </a:lnTo>
                <a:lnTo>
                  <a:pt x="12410" y="5208"/>
                </a:lnTo>
                <a:lnTo>
                  <a:pt x="11753" y="5159"/>
                </a:lnTo>
                <a:lnTo>
                  <a:pt x="11485" y="5135"/>
                </a:lnTo>
                <a:lnTo>
                  <a:pt x="11218" y="5086"/>
                </a:lnTo>
                <a:lnTo>
                  <a:pt x="10950" y="5013"/>
                </a:lnTo>
                <a:lnTo>
                  <a:pt x="10682" y="4989"/>
                </a:lnTo>
                <a:lnTo>
                  <a:pt x="10658" y="4940"/>
                </a:lnTo>
                <a:lnTo>
                  <a:pt x="10634" y="4867"/>
                </a:lnTo>
                <a:lnTo>
                  <a:pt x="10415" y="4599"/>
                </a:lnTo>
                <a:lnTo>
                  <a:pt x="10220" y="4332"/>
                </a:lnTo>
                <a:lnTo>
                  <a:pt x="10025" y="4040"/>
                </a:lnTo>
                <a:lnTo>
                  <a:pt x="9855" y="3748"/>
                </a:lnTo>
                <a:lnTo>
                  <a:pt x="9514" y="3164"/>
                </a:lnTo>
                <a:lnTo>
                  <a:pt x="9222" y="2531"/>
                </a:lnTo>
                <a:lnTo>
                  <a:pt x="8638" y="1290"/>
                </a:lnTo>
                <a:lnTo>
                  <a:pt x="8322" y="682"/>
                </a:lnTo>
                <a:lnTo>
                  <a:pt x="7981" y="73"/>
                </a:lnTo>
                <a:lnTo>
                  <a:pt x="7908" y="25"/>
                </a:lnTo>
                <a:lnTo>
                  <a:pt x="7835" y="0"/>
                </a:lnTo>
                <a:close/>
              </a:path>
            </a:pathLst>
          </a:custGeom>
          <a:gradFill>
            <a:gsLst>
              <a:gs pos="0">
                <a:srgbClr val="F0E0C7"/>
              </a:gs>
              <a:gs pos="50000">
                <a:srgbClr val="F8F1E4"/>
              </a:gs>
              <a:gs pos="100000">
                <a:schemeClr val="lt1"/>
              </a:gs>
            </a:gsLst>
            <a:lin ang="16200038" scaled="0"/>
          </a:gradFill>
          <a:ln>
            <a:noFill/>
          </a:ln>
          <a:effectLst>
            <a:outerShdw blurRad="28575" rotWithShape="0" algn="bl" dir="5400000" dist="19050">
              <a:schemeClr val="dk1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 rot="2487309">
            <a:off x="6784705" y="3590721"/>
            <a:ext cx="348345" cy="338502"/>
          </a:xfrm>
          <a:custGeom>
            <a:rect b="b" l="l" r="r" t="t"/>
            <a:pathLst>
              <a:path extrusionOk="0" h="15063" w="15501">
                <a:moveTo>
                  <a:pt x="7957" y="925"/>
                </a:moveTo>
                <a:lnTo>
                  <a:pt x="8249" y="1533"/>
                </a:lnTo>
                <a:lnTo>
                  <a:pt x="8103" y="1606"/>
                </a:lnTo>
                <a:lnTo>
                  <a:pt x="7957" y="1704"/>
                </a:lnTo>
                <a:lnTo>
                  <a:pt x="7933" y="1752"/>
                </a:lnTo>
                <a:lnTo>
                  <a:pt x="7933" y="1339"/>
                </a:lnTo>
                <a:lnTo>
                  <a:pt x="7957" y="925"/>
                </a:lnTo>
                <a:close/>
                <a:moveTo>
                  <a:pt x="8371" y="1801"/>
                </a:moveTo>
                <a:lnTo>
                  <a:pt x="8492" y="2020"/>
                </a:lnTo>
                <a:lnTo>
                  <a:pt x="8346" y="2117"/>
                </a:lnTo>
                <a:lnTo>
                  <a:pt x="8200" y="2215"/>
                </a:lnTo>
                <a:lnTo>
                  <a:pt x="8079" y="2288"/>
                </a:lnTo>
                <a:lnTo>
                  <a:pt x="7957" y="2409"/>
                </a:lnTo>
                <a:lnTo>
                  <a:pt x="7933" y="2069"/>
                </a:lnTo>
                <a:lnTo>
                  <a:pt x="8127" y="1971"/>
                </a:lnTo>
                <a:lnTo>
                  <a:pt x="8249" y="1898"/>
                </a:lnTo>
                <a:lnTo>
                  <a:pt x="8371" y="1801"/>
                </a:lnTo>
                <a:close/>
                <a:moveTo>
                  <a:pt x="8663" y="2336"/>
                </a:moveTo>
                <a:lnTo>
                  <a:pt x="8784" y="2628"/>
                </a:lnTo>
                <a:lnTo>
                  <a:pt x="8687" y="2653"/>
                </a:lnTo>
                <a:lnTo>
                  <a:pt x="8590" y="2726"/>
                </a:lnTo>
                <a:lnTo>
                  <a:pt x="8419" y="2847"/>
                </a:lnTo>
                <a:lnTo>
                  <a:pt x="8225" y="2993"/>
                </a:lnTo>
                <a:lnTo>
                  <a:pt x="8054" y="3164"/>
                </a:lnTo>
                <a:lnTo>
                  <a:pt x="8006" y="2750"/>
                </a:lnTo>
                <a:lnTo>
                  <a:pt x="8176" y="2653"/>
                </a:lnTo>
                <a:lnTo>
                  <a:pt x="8322" y="2531"/>
                </a:lnTo>
                <a:lnTo>
                  <a:pt x="8565" y="2385"/>
                </a:lnTo>
                <a:lnTo>
                  <a:pt x="8663" y="2336"/>
                </a:lnTo>
                <a:close/>
                <a:moveTo>
                  <a:pt x="8979" y="2945"/>
                </a:moveTo>
                <a:lnTo>
                  <a:pt x="8979" y="2969"/>
                </a:lnTo>
                <a:lnTo>
                  <a:pt x="9076" y="3164"/>
                </a:lnTo>
                <a:lnTo>
                  <a:pt x="8857" y="3285"/>
                </a:lnTo>
                <a:lnTo>
                  <a:pt x="8663" y="3431"/>
                </a:lnTo>
                <a:lnTo>
                  <a:pt x="8371" y="3626"/>
                </a:lnTo>
                <a:lnTo>
                  <a:pt x="8079" y="3821"/>
                </a:lnTo>
                <a:lnTo>
                  <a:pt x="8054" y="3504"/>
                </a:lnTo>
                <a:lnTo>
                  <a:pt x="8200" y="3456"/>
                </a:lnTo>
                <a:lnTo>
                  <a:pt x="8322" y="3383"/>
                </a:lnTo>
                <a:lnTo>
                  <a:pt x="8541" y="3212"/>
                </a:lnTo>
                <a:lnTo>
                  <a:pt x="8833" y="3018"/>
                </a:lnTo>
                <a:lnTo>
                  <a:pt x="8979" y="2945"/>
                </a:lnTo>
                <a:close/>
                <a:moveTo>
                  <a:pt x="9271" y="3529"/>
                </a:moveTo>
                <a:lnTo>
                  <a:pt x="9393" y="3796"/>
                </a:lnTo>
                <a:lnTo>
                  <a:pt x="8736" y="4186"/>
                </a:lnTo>
                <a:lnTo>
                  <a:pt x="8419" y="4380"/>
                </a:lnTo>
                <a:lnTo>
                  <a:pt x="8249" y="4478"/>
                </a:lnTo>
                <a:lnTo>
                  <a:pt x="8103" y="4599"/>
                </a:lnTo>
                <a:lnTo>
                  <a:pt x="8079" y="4113"/>
                </a:lnTo>
                <a:lnTo>
                  <a:pt x="8225" y="4088"/>
                </a:lnTo>
                <a:lnTo>
                  <a:pt x="8371" y="4040"/>
                </a:lnTo>
                <a:lnTo>
                  <a:pt x="8663" y="3894"/>
                </a:lnTo>
                <a:lnTo>
                  <a:pt x="9052" y="3650"/>
                </a:lnTo>
                <a:lnTo>
                  <a:pt x="9271" y="3529"/>
                </a:lnTo>
                <a:close/>
                <a:moveTo>
                  <a:pt x="9587" y="4186"/>
                </a:moveTo>
                <a:lnTo>
                  <a:pt x="9660" y="4332"/>
                </a:lnTo>
                <a:lnTo>
                  <a:pt x="9490" y="4429"/>
                </a:lnTo>
                <a:lnTo>
                  <a:pt x="9344" y="4551"/>
                </a:lnTo>
                <a:lnTo>
                  <a:pt x="9052" y="4770"/>
                </a:lnTo>
                <a:lnTo>
                  <a:pt x="8809" y="4916"/>
                </a:lnTo>
                <a:lnTo>
                  <a:pt x="8590" y="5110"/>
                </a:lnTo>
                <a:lnTo>
                  <a:pt x="8371" y="5305"/>
                </a:lnTo>
                <a:lnTo>
                  <a:pt x="8176" y="5524"/>
                </a:lnTo>
                <a:lnTo>
                  <a:pt x="8127" y="4794"/>
                </a:lnTo>
                <a:lnTo>
                  <a:pt x="8322" y="4794"/>
                </a:lnTo>
                <a:lnTo>
                  <a:pt x="8492" y="4721"/>
                </a:lnTo>
                <a:lnTo>
                  <a:pt x="8833" y="4575"/>
                </a:lnTo>
                <a:lnTo>
                  <a:pt x="9222" y="4380"/>
                </a:lnTo>
                <a:lnTo>
                  <a:pt x="9587" y="4186"/>
                </a:lnTo>
                <a:close/>
                <a:moveTo>
                  <a:pt x="14965" y="5938"/>
                </a:moveTo>
                <a:lnTo>
                  <a:pt x="14795" y="6059"/>
                </a:lnTo>
                <a:lnTo>
                  <a:pt x="14649" y="6205"/>
                </a:lnTo>
                <a:lnTo>
                  <a:pt x="14576" y="6181"/>
                </a:lnTo>
                <a:lnTo>
                  <a:pt x="14332" y="6157"/>
                </a:lnTo>
                <a:lnTo>
                  <a:pt x="14965" y="5938"/>
                </a:lnTo>
                <a:close/>
                <a:moveTo>
                  <a:pt x="2190" y="5840"/>
                </a:moveTo>
                <a:lnTo>
                  <a:pt x="2093" y="5986"/>
                </a:lnTo>
                <a:lnTo>
                  <a:pt x="2044" y="6132"/>
                </a:lnTo>
                <a:lnTo>
                  <a:pt x="2044" y="6181"/>
                </a:lnTo>
                <a:lnTo>
                  <a:pt x="2044" y="6254"/>
                </a:lnTo>
                <a:lnTo>
                  <a:pt x="1874" y="6181"/>
                </a:lnTo>
                <a:lnTo>
                  <a:pt x="1679" y="6108"/>
                </a:lnTo>
                <a:lnTo>
                  <a:pt x="1266" y="5962"/>
                </a:lnTo>
                <a:lnTo>
                  <a:pt x="2190" y="5840"/>
                </a:lnTo>
                <a:close/>
                <a:moveTo>
                  <a:pt x="3018" y="5743"/>
                </a:moveTo>
                <a:lnTo>
                  <a:pt x="2677" y="6132"/>
                </a:lnTo>
                <a:lnTo>
                  <a:pt x="2555" y="6302"/>
                </a:lnTo>
                <a:lnTo>
                  <a:pt x="2288" y="6278"/>
                </a:lnTo>
                <a:lnTo>
                  <a:pt x="2312" y="6254"/>
                </a:lnTo>
                <a:lnTo>
                  <a:pt x="2409" y="6181"/>
                </a:lnTo>
                <a:lnTo>
                  <a:pt x="2482" y="6059"/>
                </a:lnTo>
                <a:lnTo>
                  <a:pt x="2604" y="5938"/>
                </a:lnTo>
                <a:lnTo>
                  <a:pt x="2750" y="5816"/>
                </a:lnTo>
                <a:lnTo>
                  <a:pt x="2823" y="5767"/>
                </a:lnTo>
                <a:lnTo>
                  <a:pt x="3018" y="5743"/>
                </a:lnTo>
                <a:close/>
                <a:moveTo>
                  <a:pt x="9879" y="4672"/>
                </a:moveTo>
                <a:lnTo>
                  <a:pt x="9977" y="4818"/>
                </a:lnTo>
                <a:lnTo>
                  <a:pt x="9952" y="4818"/>
                </a:lnTo>
                <a:lnTo>
                  <a:pt x="9733" y="5062"/>
                </a:lnTo>
                <a:lnTo>
                  <a:pt x="9490" y="5281"/>
                </a:lnTo>
                <a:lnTo>
                  <a:pt x="8979" y="5719"/>
                </a:lnTo>
                <a:lnTo>
                  <a:pt x="8590" y="6035"/>
                </a:lnTo>
                <a:lnTo>
                  <a:pt x="8395" y="6181"/>
                </a:lnTo>
                <a:lnTo>
                  <a:pt x="8200" y="6351"/>
                </a:lnTo>
                <a:lnTo>
                  <a:pt x="8176" y="5694"/>
                </a:lnTo>
                <a:lnTo>
                  <a:pt x="8468" y="5573"/>
                </a:lnTo>
                <a:lnTo>
                  <a:pt x="8736" y="5402"/>
                </a:lnTo>
                <a:lnTo>
                  <a:pt x="9247" y="5086"/>
                </a:lnTo>
                <a:lnTo>
                  <a:pt x="9539" y="4916"/>
                </a:lnTo>
                <a:lnTo>
                  <a:pt x="9709" y="4794"/>
                </a:lnTo>
                <a:lnTo>
                  <a:pt x="9879" y="4672"/>
                </a:lnTo>
                <a:close/>
                <a:moveTo>
                  <a:pt x="3967" y="5597"/>
                </a:moveTo>
                <a:lnTo>
                  <a:pt x="3869" y="5719"/>
                </a:lnTo>
                <a:lnTo>
                  <a:pt x="3723" y="5986"/>
                </a:lnTo>
                <a:lnTo>
                  <a:pt x="3553" y="6229"/>
                </a:lnTo>
                <a:lnTo>
                  <a:pt x="3504" y="6327"/>
                </a:lnTo>
                <a:lnTo>
                  <a:pt x="3456" y="6424"/>
                </a:lnTo>
                <a:lnTo>
                  <a:pt x="3164" y="6375"/>
                </a:lnTo>
                <a:lnTo>
                  <a:pt x="2920" y="6327"/>
                </a:lnTo>
                <a:lnTo>
                  <a:pt x="3066" y="6181"/>
                </a:lnTo>
                <a:lnTo>
                  <a:pt x="3431" y="5792"/>
                </a:lnTo>
                <a:lnTo>
                  <a:pt x="3602" y="5646"/>
                </a:lnTo>
                <a:lnTo>
                  <a:pt x="3967" y="5597"/>
                </a:lnTo>
                <a:close/>
                <a:moveTo>
                  <a:pt x="5110" y="5354"/>
                </a:moveTo>
                <a:lnTo>
                  <a:pt x="4989" y="5475"/>
                </a:lnTo>
                <a:lnTo>
                  <a:pt x="4867" y="5597"/>
                </a:lnTo>
                <a:lnTo>
                  <a:pt x="4648" y="5865"/>
                </a:lnTo>
                <a:lnTo>
                  <a:pt x="4380" y="6205"/>
                </a:lnTo>
                <a:lnTo>
                  <a:pt x="4234" y="6400"/>
                </a:lnTo>
                <a:lnTo>
                  <a:pt x="4113" y="6594"/>
                </a:lnTo>
                <a:lnTo>
                  <a:pt x="3723" y="6497"/>
                </a:lnTo>
                <a:lnTo>
                  <a:pt x="3821" y="6400"/>
                </a:lnTo>
                <a:lnTo>
                  <a:pt x="3869" y="6278"/>
                </a:lnTo>
                <a:lnTo>
                  <a:pt x="3991" y="6084"/>
                </a:lnTo>
                <a:lnTo>
                  <a:pt x="4137" y="5865"/>
                </a:lnTo>
                <a:lnTo>
                  <a:pt x="4307" y="5694"/>
                </a:lnTo>
                <a:lnTo>
                  <a:pt x="4405" y="5597"/>
                </a:lnTo>
                <a:lnTo>
                  <a:pt x="4526" y="5500"/>
                </a:lnTo>
                <a:lnTo>
                  <a:pt x="5110" y="5354"/>
                </a:lnTo>
                <a:close/>
                <a:moveTo>
                  <a:pt x="14065" y="6254"/>
                </a:moveTo>
                <a:lnTo>
                  <a:pt x="14138" y="6327"/>
                </a:lnTo>
                <a:lnTo>
                  <a:pt x="14235" y="6375"/>
                </a:lnTo>
                <a:lnTo>
                  <a:pt x="14430" y="6448"/>
                </a:lnTo>
                <a:lnTo>
                  <a:pt x="14186" y="6740"/>
                </a:lnTo>
                <a:lnTo>
                  <a:pt x="14016" y="6643"/>
                </a:lnTo>
                <a:lnTo>
                  <a:pt x="13846" y="6546"/>
                </a:lnTo>
                <a:lnTo>
                  <a:pt x="13675" y="6497"/>
                </a:lnTo>
                <a:lnTo>
                  <a:pt x="13481" y="6448"/>
                </a:lnTo>
                <a:lnTo>
                  <a:pt x="14065" y="6254"/>
                </a:lnTo>
                <a:close/>
                <a:moveTo>
                  <a:pt x="5573" y="5451"/>
                </a:moveTo>
                <a:lnTo>
                  <a:pt x="5719" y="5621"/>
                </a:lnTo>
                <a:lnTo>
                  <a:pt x="5840" y="5767"/>
                </a:lnTo>
                <a:lnTo>
                  <a:pt x="5816" y="5767"/>
                </a:lnTo>
                <a:lnTo>
                  <a:pt x="5670" y="5840"/>
                </a:lnTo>
                <a:lnTo>
                  <a:pt x="5548" y="5962"/>
                </a:lnTo>
                <a:lnTo>
                  <a:pt x="5354" y="6205"/>
                </a:lnTo>
                <a:lnTo>
                  <a:pt x="5110" y="6473"/>
                </a:lnTo>
                <a:lnTo>
                  <a:pt x="4989" y="6619"/>
                </a:lnTo>
                <a:lnTo>
                  <a:pt x="4916" y="6765"/>
                </a:lnTo>
                <a:lnTo>
                  <a:pt x="4429" y="6667"/>
                </a:lnTo>
                <a:lnTo>
                  <a:pt x="4551" y="6546"/>
                </a:lnTo>
                <a:lnTo>
                  <a:pt x="4648" y="6424"/>
                </a:lnTo>
                <a:lnTo>
                  <a:pt x="4843" y="6157"/>
                </a:lnTo>
                <a:lnTo>
                  <a:pt x="5159" y="5816"/>
                </a:lnTo>
                <a:lnTo>
                  <a:pt x="5354" y="5646"/>
                </a:lnTo>
                <a:lnTo>
                  <a:pt x="5475" y="5548"/>
                </a:lnTo>
                <a:lnTo>
                  <a:pt x="5548" y="5451"/>
                </a:lnTo>
                <a:close/>
                <a:moveTo>
                  <a:pt x="6035" y="5962"/>
                </a:moveTo>
                <a:lnTo>
                  <a:pt x="6278" y="6254"/>
                </a:lnTo>
                <a:lnTo>
                  <a:pt x="6157" y="6424"/>
                </a:lnTo>
                <a:lnTo>
                  <a:pt x="6011" y="6643"/>
                </a:lnTo>
                <a:lnTo>
                  <a:pt x="5889" y="6862"/>
                </a:lnTo>
                <a:lnTo>
                  <a:pt x="5840" y="6935"/>
                </a:lnTo>
                <a:lnTo>
                  <a:pt x="5840" y="7008"/>
                </a:lnTo>
                <a:lnTo>
                  <a:pt x="5232" y="6838"/>
                </a:lnTo>
                <a:lnTo>
                  <a:pt x="5402" y="6692"/>
                </a:lnTo>
                <a:lnTo>
                  <a:pt x="5548" y="6546"/>
                </a:lnTo>
                <a:lnTo>
                  <a:pt x="5767" y="6278"/>
                </a:lnTo>
                <a:lnTo>
                  <a:pt x="5889" y="6157"/>
                </a:lnTo>
                <a:lnTo>
                  <a:pt x="6011" y="6011"/>
                </a:lnTo>
                <a:lnTo>
                  <a:pt x="6035" y="5962"/>
                </a:lnTo>
                <a:close/>
                <a:moveTo>
                  <a:pt x="7519" y="925"/>
                </a:moveTo>
                <a:lnTo>
                  <a:pt x="7470" y="1120"/>
                </a:lnTo>
                <a:lnTo>
                  <a:pt x="7470" y="1314"/>
                </a:lnTo>
                <a:lnTo>
                  <a:pt x="7470" y="1704"/>
                </a:lnTo>
                <a:lnTo>
                  <a:pt x="7495" y="2093"/>
                </a:lnTo>
                <a:lnTo>
                  <a:pt x="7519" y="2482"/>
                </a:lnTo>
                <a:lnTo>
                  <a:pt x="7592" y="3285"/>
                </a:lnTo>
                <a:lnTo>
                  <a:pt x="7665" y="4234"/>
                </a:lnTo>
                <a:lnTo>
                  <a:pt x="7714" y="5183"/>
                </a:lnTo>
                <a:lnTo>
                  <a:pt x="7714" y="6132"/>
                </a:lnTo>
                <a:lnTo>
                  <a:pt x="7714" y="7081"/>
                </a:lnTo>
                <a:lnTo>
                  <a:pt x="7519" y="6886"/>
                </a:lnTo>
                <a:lnTo>
                  <a:pt x="7324" y="6716"/>
                </a:lnTo>
                <a:lnTo>
                  <a:pt x="7032" y="6473"/>
                </a:lnTo>
                <a:lnTo>
                  <a:pt x="6522" y="5913"/>
                </a:lnTo>
                <a:lnTo>
                  <a:pt x="5986" y="5354"/>
                </a:lnTo>
                <a:lnTo>
                  <a:pt x="5792" y="5159"/>
                </a:lnTo>
                <a:lnTo>
                  <a:pt x="5670" y="5086"/>
                </a:lnTo>
                <a:lnTo>
                  <a:pt x="5573" y="5013"/>
                </a:lnTo>
                <a:lnTo>
                  <a:pt x="5719" y="4721"/>
                </a:lnTo>
                <a:lnTo>
                  <a:pt x="5913" y="4453"/>
                </a:lnTo>
                <a:lnTo>
                  <a:pt x="6278" y="3894"/>
                </a:lnTo>
                <a:lnTo>
                  <a:pt x="6449" y="3626"/>
                </a:lnTo>
                <a:lnTo>
                  <a:pt x="6570" y="3358"/>
                </a:lnTo>
                <a:lnTo>
                  <a:pt x="6692" y="3066"/>
                </a:lnTo>
                <a:lnTo>
                  <a:pt x="6789" y="2774"/>
                </a:lnTo>
                <a:lnTo>
                  <a:pt x="6984" y="2166"/>
                </a:lnTo>
                <a:lnTo>
                  <a:pt x="7203" y="1558"/>
                </a:lnTo>
                <a:lnTo>
                  <a:pt x="7349" y="1217"/>
                </a:lnTo>
                <a:lnTo>
                  <a:pt x="7519" y="925"/>
                </a:lnTo>
                <a:close/>
                <a:moveTo>
                  <a:pt x="6497" y="6497"/>
                </a:moveTo>
                <a:lnTo>
                  <a:pt x="6522" y="6521"/>
                </a:lnTo>
                <a:lnTo>
                  <a:pt x="6716" y="6716"/>
                </a:lnTo>
                <a:lnTo>
                  <a:pt x="6643" y="6765"/>
                </a:lnTo>
                <a:lnTo>
                  <a:pt x="6595" y="6789"/>
                </a:lnTo>
                <a:lnTo>
                  <a:pt x="6497" y="6911"/>
                </a:lnTo>
                <a:lnTo>
                  <a:pt x="6400" y="7008"/>
                </a:lnTo>
                <a:lnTo>
                  <a:pt x="6327" y="7130"/>
                </a:lnTo>
                <a:lnTo>
                  <a:pt x="5986" y="7057"/>
                </a:lnTo>
                <a:lnTo>
                  <a:pt x="6059" y="7008"/>
                </a:lnTo>
                <a:lnTo>
                  <a:pt x="6132" y="6935"/>
                </a:lnTo>
                <a:lnTo>
                  <a:pt x="6254" y="6838"/>
                </a:lnTo>
                <a:lnTo>
                  <a:pt x="6497" y="6497"/>
                </a:lnTo>
                <a:close/>
                <a:moveTo>
                  <a:pt x="13286" y="6521"/>
                </a:moveTo>
                <a:lnTo>
                  <a:pt x="13627" y="6740"/>
                </a:lnTo>
                <a:lnTo>
                  <a:pt x="13967" y="6935"/>
                </a:lnTo>
                <a:lnTo>
                  <a:pt x="13870" y="7032"/>
                </a:lnTo>
                <a:lnTo>
                  <a:pt x="13724" y="7178"/>
                </a:lnTo>
                <a:lnTo>
                  <a:pt x="13578" y="7081"/>
                </a:lnTo>
                <a:lnTo>
                  <a:pt x="13456" y="7032"/>
                </a:lnTo>
                <a:lnTo>
                  <a:pt x="13164" y="6911"/>
                </a:lnTo>
                <a:lnTo>
                  <a:pt x="12897" y="6813"/>
                </a:lnTo>
                <a:lnTo>
                  <a:pt x="12653" y="6716"/>
                </a:lnTo>
                <a:lnTo>
                  <a:pt x="13286" y="6521"/>
                </a:lnTo>
                <a:close/>
                <a:moveTo>
                  <a:pt x="10171" y="5062"/>
                </a:moveTo>
                <a:lnTo>
                  <a:pt x="10220" y="5135"/>
                </a:lnTo>
                <a:lnTo>
                  <a:pt x="10196" y="5159"/>
                </a:lnTo>
                <a:lnTo>
                  <a:pt x="9587" y="5816"/>
                </a:lnTo>
                <a:lnTo>
                  <a:pt x="9003" y="6521"/>
                </a:lnTo>
                <a:lnTo>
                  <a:pt x="8809" y="6716"/>
                </a:lnTo>
                <a:lnTo>
                  <a:pt x="8590" y="6935"/>
                </a:lnTo>
                <a:lnTo>
                  <a:pt x="8371" y="7154"/>
                </a:lnTo>
                <a:lnTo>
                  <a:pt x="8152" y="7373"/>
                </a:lnTo>
                <a:lnTo>
                  <a:pt x="8200" y="6740"/>
                </a:lnTo>
                <a:lnTo>
                  <a:pt x="8444" y="6570"/>
                </a:lnTo>
                <a:lnTo>
                  <a:pt x="8663" y="6400"/>
                </a:lnTo>
                <a:lnTo>
                  <a:pt x="9101" y="6035"/>
                </a:lnTo>
                <a:lnTo>
                  <a:pt x="9660" y="5573"/>
                </a:lnTo>
                <a:lnTo>
                  <a:pt x="9928" y="5329"/>
                </a:lnTo>
                <a:lnTo>
                  <a:pt x="10171" y="5062"/>
                </a:lnTo>
                <a:close/>
                <a:moveTo>
                  <a:pt x="10488" y="5329"/>
                </a:moveTo>
                <a:lnTo>
                  <a:pt x="10731" y="5427"/>
                </a:lnTo>
                <a:lnTo>
                  <a:pt x="10999" y="5500"/>
                </a:lnTo>
                <a:lnTo>
                  <a:pt x="11510" y="5597"/>
                </a:lnTo>
                <a:lnTo>
                  <a:pt x="11850" y="5670"/>
                </a:lnTo>
                <a:lnTo>
                  <a:pt x="12167" y="5694"/>
                </a:lnTo>
                <a:lnTo>
                  <a:pt x="12824" y="5719"/>
                </a:lnTo>
                <a:lnTo>
                  <a:pt x="13529" y="5743"/>
                </a:lnTo>
                <a:lnTo>
                  <a:pt x="14235" y="5792"/>
                </a:lnTo>
                <a:lnTo>
                  <a:pt x="13505" y="6059"/>
                </a:lnTo>
                <a:lnTo>
                  <a:pt x="12799" y="6278"/>
                </a:lnTo>
                <a:lnTo>
                  <a:pt x="11339" y="6692"/>
                </a:lnTo>
                <a:lnTo>
                  <a:pt x="9612" y="7130"/>
                </a:lnTo>
                <a:lnTo>
                  <a:pt x="9149" y="7251"/>
                </a:lnTo>
                <a:lnTo>
                  <a:pt x="8663" y="7373"/>
                </a:lnTo>
                <a:lnTo>
                  <a:pt x="9101" y="6862"/>
                </a:lnTo>
                <a:lnTo>
                  <a:pt x="9758" y="6132"/>
                </a:lnTo>
                <a:lnTo>
                  <a:pt x="10098" y="5767"/>
                </a:lnTo>
                <a:lnTo>
                  <a:pt x="10439" y="5402"/>
                </a:lnTo>
                <a:lnTo>
                  <a:pt x="10488" y="5329"/>
                </a:lnTo>
                <a:close/>
                <a:moveTo>
                  <a:pt x="6862" y="6886"/>
                </a:moveTo>
                <a:lnTo>
                  <a:pt x="7349" y="7422"/>
                </a:lnTo>
                <a:lnTo>
                  <a:pt x="7349" y="7422"/>
                </a:lnTo>
                <a:lnTo>
                  <a:pt x="6570" y="7203"/>
                </a:lnTo>
                <a:lnTo>
                  <a:pt x="6668" y="7105"/>
                </a:lnTo>
                <a:lnTo>
                  <a:pt x="6765" y="7008"/>
                </a:lnTo>
                <a:lnTo>
                  <a:pt x="6862" y="6911"/>
                </a:lnTo>
                <a:lnTo>
                  <a:pt x="6862" y="6886"/>
                </a:lnTo>
                <a:close/>
                <a:moveTo>
                  <a:pt x="12386" y="6789"/>
                </a:moveTo>
                <a:lnTo>
                  <a:pt x="12483" y="6911"/>
                </a:lnTo>
                <a:lnTo>
                  <a:pt x="12629" y="7008"/>
                </a:lnTo>
                <a:lnTo>
                  <a:pt x="12775" y="7105"/>
                </a:lnTo>
                <a:lnTo>
                  <a:pt x="12921" y="7178"/>
                </a:lnTo>
                <a:lnTo>
                  <a:pt x="13432" y="7422"/>
                </a:lnTo>
                <a:lnTo>
                  <a:pt x="13140" y="7641"/>
                </a:lnTo>
                <a:lnTo>
                  <a:pt x="12970" y="7543"/>
                </a:lnTo>
                <a:lnTo>
                  <a:pt x="12799" y="7470"/>
                </a:lnTo>
                <a:lnTo>
                  <a:pt x="12483" y="7349"/>
                </a:lnTo>
                <a:lnTo>
                  <a:pt x="12045" y="7154"/>
                </a:lnTo>
                <a:lnTo>
                  <a:pt x="11826" y="7057"/>
                </a:lnTo>
                <a:lnTo>
                  <a:pt x="11607" y="7008"/>
                </a:lnTo>
                <a:lnTo>
                  <a:pt x="12386" y="6789"/>
                </a:lnTo>
                <a:close/>
                <a:moveTo>
                  <a:pt x="11461" y="7057"/>
                </a:moveTo>
                <a:lnTo>
                  <a:pt x="11534" y="7154"/>
                </a:lnTo>
                <a:lnTo>
                  <a:pt x="11631" y="7251"/>
                </a:lnTo>
                <a:lnTo>
                  <a:pt x="11850" y="7397"/>
                </a:lnTo>
                <a:lnTo>
                  <a:pt x="12069" y="7519"/>
                </a:lnTo>
                <a:lnTo>
                  <a:pt x="12313" y="7641"/>
                </a:lnTo>
                <a:lnTo>
                  <a:pt x="12532" y="7762"/>
                </a:lnTo>
                <a:lnTo>
                  <a:pt x="12799" y="7908"/>
                </a:lnTo>
                <a:lnTo>
                  <a:pt x="12483" y="8152"/>
                </a:lnTo>
                <a:lnTo>
                  <a:pt x="12410" y="8054"/>
                </a:lnTo>
                <a:lnTo>
                  <a:pt x="12337" y="7981"/>
                </a:lnTo>
                <a:lnTo>
                  <a:pt x="12240" y="7908"/>
                </a:lnTo>
                <a:lnTo>
                  <a:pt x="12118" y="7860"/>
                </a:lnTo>
                <a:lnTo>
                  <a:pt x="11875" y="7762"/>
                </a:lnTo>
                <a:lnTo>
                  <a:pt x="11656" y="7689"/>
                </a:lnTo>
                <a:lnTo>
                  <a:pt x="11145" y="7470"/>
                </a:lnTo>
                <a:lnTo>
                  <a:pt x="10901" y="7349"/>
                </a:lnTo>
                <a:lnTo>
                  <a:pt x="10634" y="7251"/>
                </a:lnTo>
                <a:lnTo>
                  <a:pt x="11437" y="7057"/>
                </a:lnTo>
                <a:close/>
                <a:moveTo>
                  <a:pt x="10439" y="7324"/>
                </a:moveTo>
                <a:lnTo>
                  <a:pt x="10512" y="7422"/>
                </a:lnTo>
                <a:lnTo>
                  <a:pt x="10609" y="7495"/>
                </a:lnTo>
                <a:lnTo>
                  <a:pt x="10828" y="7665"/>
                </a:lnTo>
                <a:lnTo>
                  <a:pt x="11047" y="7787"/>
                </a:lnTo>
                <a:lnTo>
                  <a:pt x="11291" y="7884"/>
                </a:lnTo>
                <a:lnTo>
                  <a:pt x="11996" y="8176"/>
                </a:lnTo>
                <a:lnTo>
                  <a:pt x="12167" y="8249"/>
                </a:lnTo>
                <a:lnTo>
                  <a:pt x="12215" y="8273"/>
                </a:lnTo>
                <a:lnTo>
                  <a:pt x="12288" y="8298"/>
                </a:lnTo>
                <a:lnTo>
                  <a:pt x="11996" y="8541"/>
                </a:lnTo>
                <a:lnTo>
                  <a:pt x="11972" y="8541"/>
                </a:lnTo>
                <a:lnTo>
                  <a:pt x="11583" y="8444"/>
                </a:lnTo>
                <a:lnTo>
                  <a:pt x="11218" y="8322"/>
                </a:lnTo>
                <a:lnTo>
                  <a:pt x="10853" y="8152"/>
                </a:lnTo>
                <a:lnTo>
                  <a:pt x="10512" y="7957"/>
                </a:lnTo>
                <a:lnTo>
                  <a:pt x="10098" y="7714"/>
                </a:lnTo>
                <a:lnTo>
                  <a:pt x="9879" y="7592"/>
                </a:lnTo>
                <a:lnTo>
                  <a:pt x="9660" y="7495"/>
                </a:lnTo>
                <a:lnTo>
                  <a:pt x="10439" y="7324"/>
                </a:lnTo>
                <a:close/>
                <a:moveTo>
                  <a:pt x="8225" y="8103"/>
                </a:moveTo>
                <a:lnTo>
                  <a:pt x="8638" y="8249"/>
                </a:lnTo>
                <a:lnTo>
                  <a:pt x="9028" y="8419"/>
                </a:lnTo>
                <a:lnTo>
                  <a:pt x="8930" y="8517"/>
                </a:lnTo>
                <a:lnTo>
                  <a:pt x="8784" y="8638"/>
                </a:lnTo>
                <a:lnTo>
                  <a:pt x="8711" y="8711"/>
                </a:lnTo>
                <a:lnTo>
                  <a:pt x="8687" y="8784"/>
                </a:lnTo>
                <a:lnTo>
                  <a:pt x="8225" y="8103"/>
                </a:lnTo>
                <a:close/>
                <a:moveTo>
                  <a:pt x="7689" y="8663"/>
                </a:moveTo>
                <a:lnTo>
                  <a:pt x="7714" y="9003"/>
                </a:lnTo>
                <a:lnTo>
                  <a:pt x="7689" y="9003"/>
                </a:lnTo>
                <a:lnTo>
                  <a:pt x="7519" y="8930"/>
                </a:lnTo>
                <a:lnTo>
                  <a:pt x="7665" y="8687"/>
                </a:lnTo>
                <a:lnTo>
                  <a:pt x="7689" y="8663"/>
                </a:lnTo>
                <a:close/>
                <a:moveTo>
                  <a:pt x="9344" y="7592"/>
                </a:moveTo>
                <a:lnTo>
                  <a:pt x="9612" y="7787"/>
                </a:lnTo>
                <a:lnTo>
                  <a:pt x="9904" y="7981"/>
                </a:lnTo>
                <a:lnTo>
                  <a:pt x="10463" y="8322"/>
                </a:lnTo>
                <a:lnTo>
                  <a:pt x="10755" y="8492"/>
                </a:lnTo>
                <a:lnTo>
                  <a:pt x="11047" y="8638"/>
                </a:lnTo>
                <a:lnTo>
                  <a:pt x="11364" y="8760"/>
                </a:lnTo>
                <a:lnTo>
                  <a:pt x="11680" y="8833"/>
                </a:lnTo>
                <a:lnTo>
                  <a:pt x="11510" y="9003"/>
                </a:lnTo>
                <a:lnTo>
                  <a:pt x="11485" y="9028"/>
                </a:lnTo>
                <a:lnTo>
                  <a:pt x="10463" y="8565"/>
                </a:lnTo>
                <a:lnTo>
                  <a:pt x="9952" y="8371"/>
                </a:lnTo>
                <a:lnTo>
                  <a:pt x="9417" y="8176"/>
                </a:lnTo>
                <a:lnTo>
                  <a:pt x="8979" y="7981"/>
                </a:lnTo>
                <a:lnTo>
                  <a:pt x="8736" y="7884"/>
                </a:lnTo>
                <a:lnTo>
                  <a:pt x="8468" y="7811"/>
                </a:lnTo>
                <a:lnTo>
                  <a:pt x="8906" y="7714"/>
                </a:lnTo>
                <a:lnTo>
                  <a:pt x="9344" y="7592"/>
                </a:lnTo>
                <a:close/>
                <a:moveTo>
                  <a:pt x="9368" y="8565"/>
                </a:moveTo>
                <a:lnTo>
                  <a:pt x="9733" y="8687"/>
                </a:lnTo>
                <a:lnTo>
                  <a:pt x="9660" y="8760"/>
                </a:lnTo>
                <a:lnTo>
                  <a:pt x="9198" y="9076"/>
                </a:lnTo>
                <a:lnTo>
                  <a:pt x="9101" y="9149"/>
                </a:lnTo>
                <a:lnTo>
                  <a:pt x="9003" y="9247"/>
                </a:lnTo>
                <a:lnTo>
                  <a:pt x="8760" y="8906"/>
                </a:lnTo>
                <a:lnTo>
                  <a:pt x="8784" y="8906"/>
                </a:lnTo>
                <a:lnTo>
                  <a:pt x="8930" y="8809"/>
                </a:lnTo>
                <a:lnTo>
                  <a:pt x="9052" y="8711"/>
                </a:lnTo>
                <a:lnTo>
                  <a:pt x="9174" y="8638"/>
                </a:lnTo>
                <a:lnTo>
                  <a:pt x="9344" y="8590"/>
                </a:lnTo>
                <a:lnTo>
                  <a:pt x="9368" y="8565"/>
                </a:lnTo>
                <a:close/>
                <a:moveTo>
                  <a:pt x="828" y="6181"/>
                </a:moveTo>
                <a:lnTo>
                  <a:pt x="1168" y="6302"/>
                </a:lnTo>
                <a:lnTo>
                  <a:pt x="1533" y="6400"/>
                </a:lnTo>
                <a:lnTo>
                  <a:pt x="2239" y="6546"/>
                </a:lnTo>
                <a:lnTo>
                  <a:pt x="2507" y="6570"/>
                </a:lnTo>
                <a:lnTo>
                  <a:pt x="2750" y="6594"/>
                </a:lnTo>
                <a:lnTo>
                  <a:pt x="3018" y="6619"/>
                </a:lnTo>
                <a:lnTo>
                  <a:pt x="3285" y="6643"/>
                </a:lnTo>
                <a:lnTo>
                  <a:pt x="4356" y="6911"/>
                </a:lnTo>
                <a:lnTo>
                  <a:pt x="5159" y="7081"/>
                </a:lnTo>
                <a:lnTo>
                  <a:pt x="5938" y="7300"/>
                </a:lnTo>
                <a:lnTo>
                  <a:pt x="7519" y="7762"/>
                </a:lnTo>
                <a:lnTo>
                  <a:pt x="6546" y="8273"/>
                </a:lnTo>
                <a:lnTo>
                  <a:pt x="5548" y="8736"/>
                </a:lnTo>
                <a:lnTo>
                  <a:pt x="4697" y="9076"/>
                </a:lnTo>
                <a:lnTo>
                  <a:pt x="4453" y="9198"/>
                </a:lnTo>
                <a:lnTo>
                  <a:pt x="4332" y="9271"/>
                </a:lnTo>
                <a:lnTo>
                  <a:pt x="4234" y="9368"/>
                </a:lnTo>
                <a:lnTo>
                  <a:pt x="4210" y="9320"/>
                </a:lnTo>
                <a:lnTo>
                  <a:pt x="3991" y="9003"/>
                </a:lnTo>
                <a:lnTo>
                  <a:pt x="3748" y="8687"/>
                </a:lnTo>
                <a:lnTo>
                  <a:pt x="3456" y="8395"/>
                </a:lnTo>
                <a:lnTo>
                  <a:pt x="3164" y="8127"/>
                </a:lnTo>
                <a:lnTo>
                  <a:pt x="2531" y="7616"/>
                </a:lnTo>
                <a:lnTo>
                  <a:pt x="2239" y="7373"/>
                </a:lnTo>
                <a:lnTo>
                  <a:pt x="1947" y="7105"/>
                </a:lnTo>
                <a:lnTo>
                  <a:pt x="1728" y="6911"/>
                </a:lnTo>
                <a:lnTo>
                  <a:pt x="1485" y="6716"/>
                </a:lnTo>
                <a:lnTo>
                  <a:pt x="1047" y="6375"/>
                </a:lnTo>
                <a:lnTo>
                  <a:pt x="828" y="6181"/>
                </a:lnTo>
                <a:close/>
                <a:moveTo>
                  <a:pt x="10098" y="8833"/>
                </a:moveTo>
                <a:lnTo>
                  <a:pt x="10658" y="9076"/>
                </a:lnTo>
                <a:lnTo>
                  <a:pt x="10366" y="9247"/>
                </a:lnTo>
                <a:lnTo>
                  <a:pt x="10098" y="9393"/>
                </a:lnTo>
                <a:lnTo>
                  <a:pt x="9758" y="9612"/>
                </a:lnTo>
                <a:lnTo>
                  <a:pt x="9612" y="9758"/>
                </a:lnTo>
                <a:lnTo>
                  <a:pt x="9466" y="9904"/>
                </a:lnTo>
                <a:lnTo>
                  <a:pt x="9125" y="9417"/>
                </a:lnTo>
                <a:lnTo>
                  <a:pt x="9198" y="9393"/>
                </a:lnTo>
                <a:lnTo>
                  <a:pt x="9271" y="9368"/>
                </a:lnTo>
                <a:lnTo>
                  <a:pt x="9417" y="9271"/>
                </a:lnTo>
                <a:lnTo>
                  <a:pt x="9660" y="9101"/>
                </a:lnTo>
                <a:lnTo>
                  <a:pt x="10098" y="8857"/>
                </a:lnTo>
                <a:lnTo>
                  <a:pt x="10098" y="8833"/>
                </a:lnTo>
                <a:close/>
                <a:moveTo>
                  <a:pt x="7324" y="9174"/>
                </a:moveTo>
                <a:lnTo>
                  <a:pt x="7446" y="9222"/>
                </a:lnTo>
                <a:lnTo>
                  <a:pt x="7519" y="9295"/>
                </a:lnTo>
                <a:lnTo>
                  <a:pt x="7738" y="9393"/>
                </a:lnTo>
                <a:lnTo>
                  <a:pt x="7738" y="9855"/>
                </a:lnTo>
                <a:lnTo>
                  <a:pt x="7738" y="10001"/>
                </a:lnTo>
                <a:lnTo>
                  <a:pt x="7495" y="9855"/>
                </a:lnTo>
                <a:lnTo>
                  <a:pt x="7251" y="9733"/>
                </a:lnTo>
                <a:lnTo>
                  <a:pt x="7105" y="9685"/>
                </a:lnTo>
                <a:lnTo>
                  <a:pt x="6984" y="9660"/>
                </a:lnTo>
                <a:lnTo>
                  <a:pt x="7324" y="9174"/>
                </a:lnTo>
                <a:close/>
                <a:moveTo>
                  <a:pt x="6911" y="9758"/>
                </a:moveTo>
                <a:lnTo>
                  <a:pt x="7008" y="9879"/>
                </a:lnTo>
                <a:lnTo>
                  <a:pt x="7130" y="10001"/>
                </a:lnTo>
                <a:lnTo>
                  <a:pt x="7373" y="10196"/>
                </a:lnTo>
                <a:lnTo>
                  <a:pt x="7543" y="10317"/>
                </a:lnTo>
                <a:lnTo>
                  <a:pt x="7762" y="10415"/>
                </a:lnTo>
                <a:lnTo>
                  <a:pt x="7762" y="10926"/>
                </a:lnTo>
                <a:lnTo>
                  <a:pt x="7470" y="10707"/>
                </a:lnTo>
                <a:lnTo>
                  <a:pt x="7203" y="10488"/>
                </a:lnTo>
                <a:lnTo>
                  <a:pt x="7057" y="10415"/>
                </a:lnTo>
                <a:lnTo>
                  <a:pt x="6911" y="10317"/>
                </a:lnTo>
                <a:lnTo>
                  <a:pt x="6741" y="10269"/>
                </a:lnTo>
                <a:lnTo>
                  <a:pt x="6570" y="10244"/>
                </a:lnTo>
                <a:lnTo>
                  <a:pt x="6911" y="9758"/>
                </a:lnTo>
                <a:close/>
                <a:moveTo>
                  <a:pt x="11072" y="9271"/>
                </a:moveTo>
                <a:lnTo>
                  <a:pt x="11291" y="9368"/>
                </a:lnTo>
                <a:lnTo>
                  <a:pt x="11266" y="9490"/>
                </a:lnTo>
                <a:lnTo>
                  <a:pt x="11266" y="9612"/>
                </a:lnTo>
                <a:lnTo>
                  <a:pt x="11096" y="9685"/>
                </a:lnTo>
                <a:lnTo>
                  <a:pt x="10950" y="9782"/>
                </a:lnTo>
                <a:lnTo>
                  <a:pt x="10658" y="9977"/>
                </a:lnTo>
                <a:lnTo>
                  <a:pt x="10293" y="10220"/>
                </a:lnTo>
                <a:lnTo>
                  <a:pt x="10123" y="10366"/>
                </a:lnTo>
                <a:lnTo>
                  <a:pt x="10050" y="10439"/>
                </a:lnTo>
                <a:lnTo>
                  <a:pt x="10001" y="10536"/>
                </a:lnTo>
                <a:lnTo>
                  <a:pt x="10001" y="10585"/>
                </a:lnTo>
                <a:lnTo>
                  <a:pt x="10025" y="10609"/>
                </a:lnTo>
                <a:lnTo>
                  <a:pt x="10123" y="10609"/>
                </a:lnTo>
                <a:lnTo>
                  <a:pt x="10220" y="10585"/>
                </a:lnTo>
                <a:lnTo>
                  <a:pt x="10390" y="10512"/>
                </a:lnTo>
                <a:lnTo>
                  <a:pt x="10561" y="10390"/>
                </a:lnTo>
                <a:lnTo>
                  <a:pt x="10731" y="10269"/>
                </a:lnTo>
                <a:lnTo>
                  <a:pt x="10999" y="10074"/>
                </a:lnTo>
                <a:lnTo>
                  <a:pt x="11291" y="9904"/>
                </a:lnTo>
                <a:lnTo>
                  <a:pt x="11339" y="10171"/>
                </a:lnTo>
                <a:lnTo>
                  <a:pt x="11412" y="10390"/>
                </a:lnTo>
                <a:lnTo>
                  <a:pt x="11145" y="10488"/>
                </a:lnTo>
                <a:lnTo>
                  <a:pt x="10877" y="10634"/>
                </a:lnTo>
                <a:lnTo>
                  <a:pt x="10731" y="10682"/>
                </a:lnTo>
                <a:lnTo>
                  <a:pt x="10561" y="10804"/>
                </a:lnTo>
                <a:lnTo>
                  <a:pt x="10415" y="10926"/>
                </a:lnTo>
                <a:lnTo>
                  <a:pt x="10342" y="10999"/>
                </a:lnTo>
                <a:lnTo>
                  <a:pt x="10317" y="11072"/>
                </a:lnTo>
                <a:lnTo>
                  <a:pt x="9879" y="10463"/>
                </a:lnTo>
                <a:lnTo>
                  <a:pt x="9587" y="10050"/>
                </a:lnTo>
                <a:lnTo>
                  <a:pt x="9733" y="10001"/>
                </a:lnTo>
                <a:lnTo>
                  <a:pt x="9904" y="9928"/>
                </a:lnTo>
                <a:lnTo>
                  <a:pt x="10196" y="9758"/>
                </a:lnTo>
                <a:lnTo>
                  <a:pt x="10634" y="9514"/>
                </a:lnTo>
                <a:lnTo>
                  <a:pt x="11047" y="9295"/>
                </a:lnTo>
                <a:lnTo>
                  <a:pt x="11072" y="9271"/>
                </a:lnTo>
                <a:close/>
                <a:moveTo>
                  <a:pt x="11534" y="10780"/>
                </a:moveTo>
                <a:lnTo>
                  <a:pt x="11656" y="11193"/>
                </a:lnTo>
                <a:lnTo>
                  <a:pt x="11631" y="11193"/>
                </a:lnTo>
                <a:lnTo>
                  <a:pt x="11437" y="11364"/>
                </a:lnTo>
                <a:lnTo>
                  <a:pt x="11218" y="11510"/>
                </a:lnTo>
                <a:lnTo>
                  <a:pt x="11023" y="11631"/>
                </a:lnTo>
                <a:lnTo>
                  <a:pt x="10828" y="11753"/>
                </a:lnTo>
                <a:lnTo>
                  <a:pt x="10804" y="11777"/>
                </a:lnTo>
                <a:lnTo>
                  <a:pt x="10439" y="11242"/>
                </a:lnTo>
                <a:lnTo>
                  <a:pt x="10512" y="11242"/>
                </a:lnTo>
                <a:lnTo>
                  <a:pt x="10585" y="11218"/>
                </a:lnTo>
                <a:lnTo>
                  <a:pt x="10731" y="11145"/>
                </a:lnTo>
                <a:lnTo>
                  <a:pt x="10999" y="10974"/>
                </a:lnTo>
                <a:lnTo>
                  <a:pt x="11534" y="10780"/>
                </a:lnTo>
                <a:close/>
                <a:moveTo>
                  <a:pt x="6522" y="10342"/>
                </a:moveTo>
                <a:lnTo>
                  <a:pt x="6668" y="10439"/>
                </a:lnTo>
                <a:lnTo>
                  <a:pt x="6838" y="10561"/>
                </a:lnTo>
                <a:lnTo>
                  <a:pt x="7105" y="10853"/>
                </a:lnTo>
                <a:lnTo>
                  <a:pt x="7251" y="10999"/>
                </a:lnTo>
                <a:lnTo>
                  <a:pt x="7397" y="11120"/>
                </a:lnTo>
                <a:lnTo>
                  <a:pt x="7568" y="11218"/>
                </a:lnTo>
                <a:lnTo>
                  <a:pt x="7738" y="11291"/>
                </a:lnTo>
                <a:lnTo>
                  <a:pt x="7762" y="11291"/>
                </a:lnTo>
                <a:lnTo>
                  <a:pt x="7762" y="12021"/>
                </a:lnTo>
                <a:lnTo>
                  <a:pt x="7665" y="11948"/>
                </a:lnTo>
                <a:lnTo>
                  <a:pt x="7568" y="11875"/>
                </a:lnTo>
                <a:lnTo>
                  <a:pt x="7397" y="11704"/>
                </a:lnTo>
                <a:lnTo>
                  <a:pt x="7057" y="11364"/>
                </a:lnTo>
                <a:lnTo>
                  <a:pt x="6862" y="11193"/>
                </a:lnTo>
                <a:lnTo>
                  <a:pt x="6619" y="11072"/>
                </a:lnTo>
                <a:lnTo>
                  <a:pt x="6376" y="10999"/>
                </a:lnTo>
                <a:lnTo>
                  <a:pt x="6132" y="10926"/>
                </a:lnTo>
                <a:lnTo>
                  <a:pt x="6522" y="10342"/>
                </a:lnTo>
                <a:close/>
                <a:moveTo>
                  <a:pt x="11753" y="11510"/>
                </a:moveTo>
                <a:lnTo>
                  <a:pt x="11826" y="11802"/>
                </a:lnTo>
                <a:lnTo>
                  <a:pt x="11704" y="11826"/>
                </a:lnTo>
                <a:lnTo>
                  <a:pt x="11607" y="11899"/>
                </a:lnTo>
                <a:lnTo>
                  <a:pt x="11412" y="12021"/>
                </a:lnTo>
                <a:lnTo>
                  <a:pt x="11291" y="12167"/>
                </a:lnTo>
                <a:lnTo>
                  <a:pt x="11218" y="12240"/>
                </a:lnTo>
                <a:lnTo>
                  <a:pt x="11193" y="12313"/>
                </a:lnTo>
                <a:lnTo>
                  <a:pt x="10901" y="11899"/>
                </a:lnTo>
                <a:lnTo>
                  <a:pt x="11120" y="11850"/>
                </a:lnTo>
                <a:lnTo>
                  <a:pt x="11339" y="11777"/>
                </a:lnTo>
                <a:lnTo>
                  <a:pt x="11558" y="11656"/>
                </a:lnTo>
                <a:lnTo>
                  <a:pt x="11753" y="11510"/>
                </a:lnTo>
                <a:close/>
                <a:moveTo>
                  <a:pt x="6059" y="11047"/>
                </a:moveTo>
                <a:lnTo>
                  <a:pt x="6303" y="11218"/>
                </a:lnTo>
                <a:lnTo>
                  <a:pt x="6546" y="11388"/>
                </a:lnTo>
                <a:lnTo>
                  <a:pt x="6789" y="11583"/>
                </a:lnTo>
                <a:lnTo>
                  <a:pt x="6984" y="11802"/>
                </a:lnTo>
                <a:lnTo>
                  <a:pt x="7251" y="12069"/>
                </a:lnTo>
                <a:lnTo>
                  <a:pt x="7397" y="12215"/>
                </a:lnTo>
                <a:lnTo>
                  <a:pt x="7543" y="12313"/>
                </a:lnTo>
                <a:lnTo>
                  <a:pt x="7276" y="12459"/>
                </a:lnTo>
                <a:lnTo>
                  <a:pt x="7154" y="12386"/>
                </a:lnTo>
                <a:lnTo>
                  <a:pt x="7008" y="12337"/>
                </a:lnTo>
                <a:lnTo>
                  <a:pt x="6765" y="12215"/>
                </a:lnTo>
                <a:lnTo>
                  <a:pt x="6522" y="12069"/>
                </a:lnTo>
                <a:lnTo>
                  <a:pt x="6327" y="11948"/>
                </a:lnTo>
                <a:lnTo>
                  <a:pt x="6157" y="11802"/>
                </a:lnTo>
                <a:lnTo>
                  <a:pt x="5962" y="11656"/>
                </a:lnTo>
                <a:lnTo>
                  <a:pt x="5767" y="11534"/>
                </a:lnTo>
                <a:lnTo>
                  <a:pt x="6059" y="11047"/>
                </a:lnTo>
                <a:close/>
                <a:moveTo>
                  <a:pt x="5670" y="11680"/>
                </a:moveTo>
                <a:lnTo>
                  <a:pt x="5719" y="11777"/>
                </a:lnTo>
                <a:lnTo>
                  <a:pt x="5792" y="11850"/>
                </a:lnTo>
                <a:lnTo>
                  <a:pt x="5938" y="12021"/>
                </a:lnTo>
                <a:lnTo>
                  <a:pt x="6108" y="12167"/>
                </a:lnTo>
                <a:lnTo>
                  <a:pt x="6278" y="12288"/>
                </a:lnTo>
                <a:lnTo>
                  <a:pt x="6546" y="12483"/>
                </a:lnTo>
                <a:lnTo>
                  <a:pt x="6716" y="12580"/>
                </a:lnTo>
                <a:lnTo>
                  <a:pt x="6887" y="12678"/>
                </a:lnTo>
                <a:lnTo>
                  <a:pt x="6522" y="12848"/>
                </a:lnTo>
                <a:lnTo>
                  <a:pt x="6230" y="12653"/>
                </a:lnTo>
                <a:lnTo>
                  <a:pt x="5938" y="12434"/>
                </a:lnTo>
                <a:lnTo>
                  <a:pt x="5694" y="12215"/>
                </a:lnTo>
                <a:lnTo>
                  <a:pt x="5475" y="12021"/>
                </a:lnTo>
                <a:lnTo>
                  <a:pt x="5621" y="11777"/>
                </a:lnTo>
                <a:lnTo>
                  <a:pt x="5670" y="11680"/>
                </a:lnTo>
                <a:close/>
                <a:moveTo>
                  <a:pt x="11899" y="12094"/>
                </a:moveTo>
                <a:lnTo>
                  <a:pt x="12021" y="12605"/>
                </a:lnTo>
                <a:lnTo>
                  <a:pt x="11899" y="12726"/>
                </a:lnTo>
                <a:lnTo>
                  <a:pt x="11777" y="12848"/>
                </a:lnTo>
                <a:lnTo>
                  <a:pt x="11729" y="12921"/>
                </a:lnTo>
                <a:lnTo>
                  <a:pt x="11680" y="12994"/>
                </a:lnTo>
                <a:lnTo>
                  <a:pt x="11680" y="13018"/>
                </a:lnTo>
                <a:lnTo>
                  <a:pt x="11266" y="12434"/>
                </a:lnTo>
                <a:lnTo>
                  <a:pt x="11412" y="12386"/>
                </a:lnTo>
                <a:lnTo>
                  <a:pt x="11558" y="12313"/>
                </a:lnTo>
                <a:lnTo>
                  <a:pt x="11729" y="12215"/>
                </a:lnTo>
                <a:lnTo>
                  <a:pt x="11899" y="12094"/>
                </a:lnTo>
                <a:close/>
                <a:moveTo>
                  <a:pt x="5329" y="12240"/>
                </a:moveTo>
                <a:lnTo>
                  <a:pt x="5402" y="12361"/>
                </a:lnTo>
                <a:lnTo>
                  <a:pt x="5500" y="12483"/>
                </a:lnTo>
                <a:lnTo>
                  <a:pt x="5670" y="12678"/>
                </a:lnTo>
                <a:lnTo>
                  <a:pt x="5913" y="12897"/>
                </a:lnTo>
                <a:lnTo>
                  <a:pt x="6157" y="13067"/>
                </a:lnTo>
                <a:lnTo>
                  <a:pt x="5743" y="13335"/>
                </a:lnTo>
                <a:lnTo>
                  <a:pt x="5646" y="13310"/>
                </a:lnTo>
                <a:lnTo>
                  <a:pt x="5475" y="13237"/>
                </a:lnTo>
                <a:lnTo>
                  <a:pt x="5305" y="13164"/>
                </a:lnTo>
                <a:lnTo>
                  <a:pt x="5135" y="13043"/>
                </a:lnTo>
                <a:lnTo>
                  <a:pt x="4940" y="12970"/>
                </a:lnTo>
                <a:lnTo>
                  <a:pt x="4891" y="12945"/>
                </a:lnTo>
                <a:lnTo>
                  <a:pt x="5110" y="12605"/>
                </a:lnTo>
                <a:lnTo>
                  <a:pt x="5329" y="12240"/>
                </a:lnTo>
                <a:close/>
                <a:moveTo>
                  <a:pt x="12094" y="13043"/>
                </a:moveTo>
                <a:lnTo>
                  <a:pt x="12215" y="13748"/>
                </a:lnTo>
                <a:lnTo>
                  <a:pt x="11802" y="13189"/>
                </a:lnTo>
                <a:lnTo>
                  <a:pt x="11850" y="13189"/>
                </a:lnTo>
                <a:lnTo>
                  <a:pt x="11923" y="13164"/>
                </a:lnTo>
                <a:lnTo>
                  <a:pt x="11972" y="13140"/>
                </a:lnTo>
                <a:lnTo>
                  <a:pt x="12094" y="13043"/>
                </a:lnTo>
                <a:close/>
                <a:moveTo>
                  <a:pt x="4745" y="13140"/>
                </a:moveTo>
                <a:lnTo>
                  <a:pt x="4891" y="13310"/>
                </a:lnTo>
                <a:lnTo>
                  <a:pt x="5062" y="13456"/>
                </a:lnTo>
                <a:lnTo>
                  <a:pt x="5305" y="13602"/>
                </a:lnTo>
                <a:lnTo>
                  <a:pt x="4964" y="13846"/>
                </a:lnTo>
                <a:lnTo>
                  <a:pt x="4891" y="13773"/>
                </a:lnTo>
                <a:lnTo>
                  <a:pt x="4818" y="13700"/>
                </a:lnTo>
                <a:lnTo>
                  <a:pt x="4648" y="13627"/>
                </a:lnTo>
                <a:lnTo>
                  <a:pt x="4551" y="13554"/>
                </a:lnTo>
                <a:lnTo>
                  <a:pt x="4405" y="13529"/>
                </a:lnTo>
                <a:lnTo>
                  <a:pt x="4575" y="13335"/>
                </a:lnTo>
                <a:lnTo>
                  <a:pt x="4745" y="13140"/>
                </a:lnTo>
                <a:close/>
                <a:moveTo>
                  <a:pt x="8200" y="8833"/>
                </a:moveTo>
                <a:lnTo>
                  <a:pt x="8371" y="9076"/>
                </a:lnTo>
                <a:lnTo>
                  <a:pt x="8663" y="9514"/>
                </a:lnTo>
                <a:lnTo>
                  <a:pt x="8979" y="9928"/>
                </a:lnTo>
                <a:lnTo>
                  <a:pt x="9587" y="10780"/>
                </a:lnTo>
                <a:lnTo>
                  <a:pt x="10171" y="11583"/>
                </a:lnTo>
                <a:lnTo>
                  <a:pt x="10731" y="12410"/>
                </a:lnTo>
                <a:lnTo>
                  <a:pt x="11291" y="13213"/>
                </a:lnTo>
                <a:lnTo>
                  <a:pt x="11850" y="13992"/>
                </a:lnTo>
                <a:lnTo>
                  <a:pt x="11729" y="13943"/>
                </a:lnTo>
                <a:lnTo>
                  <a:pt x="11072" y="13554"/>
                </a:lnTo>
                <a:lnTo>
                  <a:pt x="10415" y="13189"/>
                </a:lnTo>
                <a:lnTo>
                  <a:pt x="9831" y="12921"/>
                </a:lnTo>
                <a:lnTo>
                  <a:pt x="9539" y="12799"/>
                </a:lnTo>
                <a:lnTo>
                  <a:pt x="9222" y="12678"/>
                </a:lnTo>
                <a:lnTo>
                  <a:pt x="8760" y="12507"/>
                </a:lnTo>
                <a:lnTo>
                  <a:pt x="8517" y="12410"/>
                </a:lnTo>
                <a:lnTo>
                  <a:pt x="8273" y="12337"/>
                </a:lnTo>
                <a:lnTo>
                  <a:pt x="8273" y="12288"/>
                </a:lnTo>
                <a:lnTo>
                  <a:pt x="8322" y="11996"/>
                </a:lnTo>
                <a:lnTo>
                  <a:pt x="8346" y="11680"/>
                </a:lnTo>
                <a:lnTo>
                  <a:pt x="8346" y="11388"/>
                </a:lnTo>
                <a:lnTo>
                  <a:pt x="8322" y="11072"/>
                </a:lnTo>
                <a:lnTo>
                  <a:pt x="8273" y="10463"/>
                </a:lnTo>
                <a:lnTo>
                  <a:pt x="8225" y="9855"/>
                </a:lnTo>
                <a:lnTo>
                  <a:pt x="8200" y="8833"/>
                </a:lnTo>
                <a:close/>
                <a:moveTo>
                  <a:pt x="7324" y="8346"/>
                </a:moveTo>
                <a:lnTo>
                  <a:pt x="6935" y="8906"/>
                </a:lnTo>
                <a:lnTo>
                  <a:pt x="6570" y="9441"/>
                </a:lnTo>
                <a:lnTo>
                  <a:pt x="5962" y="10439"/>
                </a:lnTo>
                <a:lnTo>
                  <a:pt x="5354" y="11437"/>
                </a:lnTo>
                <a:lnTo>
                  <a:pt x="4818" y="12386"/>
                </a:lnTo>
                <a:lnTo>
                  <a:pt x="4502" y="12848"/>
                </a:lnTo>
                <a:lnTo>
                  <a:pt x="4356" y="13067"/>
                </a:lnTo>
                <a:lnTo>
                  <a:pt x="4161" y="13286"/>
                </a:lnTo>
                <a:lnTo>
                  <a:pt x="3967" y="13529"/>
                </a:lnTo>
                <a:lnTo>
                  <a:pt x="3796" y="13773"/>
                </a:lnTo>
                <a:lnTo>
                  <a:pt x="3650" y="14040"/>
                </a:lnTo>
                <a:lnTo>
                  <a:pt x="3504" y="14308"/>
                </a:lnTo>
                <a:lnTo>
                  <a:pt x="3577" y="13578"/>
                </a:lnTo>
                <a:lnTo>
                  <a:pt x="3699" y="12897"/>
                </a:lnTo>
                <a:lnTo>
                  <a:pt x="3821" y="12215"/>
                </a:lnTo>
                <a:lnTo>
                  <a:pt x="3967" y="11558"/>
                </a:lnTo>
                <a:lnTo>
                  <a:pt x="4113" y="10926"/>
                </a:lnTo>
                <a:lnTo>
                  <a:pt x="4234" y="10269"/>
                </a:lnTo>
                <a:lnTo>
                  <a:pt x="4332" y="9612"/>
                </a:lnTo>
                <a:lnTo>
                  <a:pt x="4307" y="9539"/>
                </a:lnTo>
                <a:lnTo>
                  <a:pt x="4453" y="9587"/>
                </a:lnTo>
                <a:lnTo>
                  <a:pt x="4624" y="9563"/>
                </a:lnTo>
                <a:lnTo>
                  <a:pt x="4818" y="9514"/>
                </a:lnTo>
                <a:lnTo>
                  <a:pt x="5013" y="9441"/>
                </a:lnTo>
                <a:lnTo>
                  <a:pt x="5354" y="9271"/>
                </a:lnTo>
                <a:lnTo>
                  <a:pt x="5646" y="9149"/>
                </a:lnTo>
                <a:lnTo>
                  <a:pt x="6497" y="8760"/>
                </a:lnTo>
                <a:lnTo>
                  <a:pt x="7324" y="8346"/>
                </a:lnTo>
                <a:close/>
                <a:moveTo>
                  <a:pt x="4234" y="13700"/>
                </a:moveTo>
                <a:lnTo>
                  <a:pt x="4307" y="13773"/>
                </a:lnTo>
                <a:lnTo>
                  <a:pt x="4380" y="13821"/>
                </a:lnTo>
                <a:lnTo>
                  <a:pt x="4551" y="13943"/>
                </a:lnTo>
                <a:lnTo>
                  <a:pt x="4697" y="14016"/>
                </a:lnTo>
                <a:lnTo>
                  <a:pt x="4307" y="14259"/>
                </a:lnTo>
                <a:lnTo>
                  <a:pt x="4161" y="14332"/>
                </a:lnTo>
                <a:lnTo>
                  <a:pt x="3991" y="14405"/>
                </a:lnTo>
                <a:lnTo>
                  <a:pt x="3650" y="14502"/>
                </a:lnTo>
                <a:lnTo>
                  <a:pt x="3748" y="14429"/>
                </a:lnTo>
                <a:lnTo>
                  <a:pt x="3821" y="14332"/>
                </a:lnTo>
                <a:lnTo>
                  <a:pt x="3967" y="14113"/>
                </a:lnTo>
                <a:lnTo>
                  <a:pt x="4113" y="13894"/>
                </a:lnTo>
                <a:lnTo>
                  <a:pt x="4234" y="13700"/>
                </a:lnTo>
                <a:close/>
                <a:moveTo>
                  <a:pt x="7835" y="0"/>
                </a:moveTo>
                <a:lnTo>
                  <a:pt x="7762" y="25"/>
                </a:lnTo>
                <a:lnTo>
                  <a:pt x="7689" y="73"/>
                </a:lnTo>
                <a:lnTo>
                  <a:pt x="7641" y="73"/>
                </a:lnTo>
                <a:lnTo>
                  <a:pt x="7495" y="146"/>
                </a:lnTo>
                <a:lnTo>
                  <a:pt x="7373" y="244"/>
                </a:lnTo>
                <a:lnTo>
                  <a:pt x="7276" y="341"/>
                </a:lnTo>
                <a:lnTo>
                  <a:pt x="7178" y="463"/>
                </a:lnTo>
                <a:lnTo>
                  <a:pt x="6984" y="730"/>
                </a:lnTo>
                <a:lnTo>
                  <a:pt x="6838" y="1047"/>
                </a:lnTo>
                <a:lnTo>
                  <a:pt x="6716" y="1387"/>
                </a:lnTo>
                <a:lnTo>
                  <a:pt x="6619" y="1704"/>
                </a:lnTo>
                <a:lnTo>
                  <a:pt x="6449" y="2288"/>
                </a:lnTo>
                <a:lnTo>
                  <a:pt x="6230" y="2920"/>
                </a:lnTo>
                <a:lnTo>
                  <a:pt x="6108" y="3237"/>
                </a:lnTo>
                <a:lnTo>
                  <a:pt x="5962" y="3529"/>
                </a:lnTo>
                <a:lnTo>
                  <a:pt x="5767" y="3845"/>
                </a:lnTo>
                <a:lnTo>
                  <a:pt x="5548" y="4161"/>
                </a:lnTo>
                <a:lnTo>
                  <a:pt x="5378" y="4478"/>
                </a:lnTo>
                <a:lnTo>
                  <a:pt x="5281" y="4648"/>
                </a:lnTo>
                <a:lnTo>
                  <a:pt x="5208" y="4818"/>
                </a:lnTo>
                <a:lnTo>
                  <a:pt x="4891" y="4916"/>
                </a:lnTo>
                <a:lnTo>
                  <a:pt x="4575" y="4989"/>
                </a:lnTo>
                <a:lnTo>
                  <a:pt x="3918" y="5110"/>
                </a:lnTo>
                <a:lnTo>
                  <a:pt x="2580" y="5305"/>
                </a:lnTo>
                <a:lnTo>
                  <a:pt x="1801" y="5402"/>
                </a:lnTo>
                <a:lnTo>
                  <a:pt x="998" y="5500"/>
                </a:lnTo>
                <a:lnTo>
                  <a:pt x="755" y="5524"/>
                </a:lnTo>
                <a:lnTo>
                  <a:pt x="511" y="5524"/>
                </a:lnTo>
                <a:lnTo>
                  <a:pt x="244" y="5548"/>
                </a:lnTo>
                <a:lnTo>
                  <a:pt x="146" y="5597"/>
                </a:lnTo>
                <a:lnTo>
                  <a:pt x="49" y="5646"/>
                </a:lnTo>
                <a:lnTo>
                  <a:pt x="0" y="5719"/>
                </a:lnTo>
                <a:lnTo>
                  <a:pt x="0" y="5792"/>
                </a:lnTo>
                <a:lnTo>
                  <a:pt x="0" y="5865"/>
                </a:lnTo>
                <a:lnTo>
                  <a:pt x="0" y="5962"/>
                </a:lnTo>
                <a:lnTo>
                  <a:pt x="49" y="6035"/>
                </a:lnTo>
                <a:lnTo>
                  <a:pt x="146" y="6229"/>
                </a:lnTo>
                <a:lnTo>
                  <a:pt x="292" y="6375"/>
                </a:lnTo>
                <a:lnTo>
                  <a:pt x="438" y="6497"/>
                </a:lnTo>
                <a:lnTo>
                  <a:pt x="682" y="6716"/>
                </a:lnTo>
                <a:lnTo>
                  <a:pt x="925" y="6935"/>
                </a:lnTo>
                <a:lnTo>
                  <a:pt x="1460" y="7349"/>
                </a:lnTo>
                <a:lnTo>
                  <a:pt x="1971" y="7811"/>
                </a:lnTo>
                <a:lnTo>
                  <a:pt x="2507" y="8273"/>
                </a:lnTo>
                <a:lnTo>
                  <a:pt x="2847" y="8565"/>
                </a:lnTo>
                <a:lnTo>
                  <a:pt x="3188" y="8882"/>
                </a:lnTo>
                <a:lnTo>
                  <a:pt x="3504" y="9222"/>
                </a:lnTo>
                <a:lnTo>
                  <a:pt x="3650" y="9417"/>
                </a:lnTo>
                <a:lnTo>
                  <a:pt x="3772" y="9612"/>
                </a:lnTo>
                <a:lnTo>
                  <a:pt x="3821" y="9685"/>
                </a:lnTo>
                <a:lnTo>
                  <a:pt x="3918" y="9709"/>
                </a:lnTo>
                <a:lnTo>
                  <a:pt x="3748" y="10342"/>
                </a:lnTo>
                <a:lnTo>
                  <a:pt x="3602" y="10974"/>
                </a:lnTo>
                <a:lnTo>
                  <a:pt x="3334" y="12264"/>
                </a:lnTo>
                <a:lnTo>
                  <a:pt x="3212" y="12872"/>
                </a:lnTo>
                <a:lnTo>
                  <a:pt x="3091" y="13529"/>
                </a:lnTo>
                <a:lnTo>
                  <a:pt x="3042" y="13870"/>
                </a:lnTo>
                <a:lnTo>
                  <a:pt x="2993" y="14186"/>
                </a:lnTo>
                <a:lnTo>
                  <a:pt x="2993" y="14502"/>
                </a:lnTo>
                <a:lnTo>
                  <a:pt x="3018" y="14819"/>
                </a:lnTo>
                <a:lnTo>
                  <a:pt x="3042" y="14916"/>
                </a:lnTo>
                <a:lnTo>
                  <a:pt x="3091" y="14965"/>
                </a:lnTo>
                <a:lnTo>
                  <a:pt x="3188" y="15013"/>
                </a:lnTo>
                <a:lnTo>
                  <a:pt x="3261" y="15013"/>
                </a:lnTo>
                <a:lnTo>
                  <a:pt x="3383" y="15038"/>
                </a:lnTo>
                <a:lnTo>
                  <a:pt x="3529" y="15062"/>
                </a:lnTo>
                <a:lnTo>
                  <a:pt x="3675" y="15038"/>
                </a:lnTo>
                <a:lnTo>
                  <a:pt x="3796" y="15013"/>
                </a:lnTo>
                <a:lnTo>
                  <a:pt x="4088" y="14940"/>
                </a:lnTo>
                <a:lnTo>
                  <a:pt x="4405" y="14794"/>
                </a:lnTo>
                <a:lnTo>
                  <a:pt x="4672" y="14624"/>
                </a:lnTo>
                <a:lnTo>
                  <a:pt x="4964" y="14454"/>
                </a:lnTo>
                <a:lnTo>
                  <a:pt x="5402" y="14138"/>
                </a:lnTo>
                <a:lnTo>
                  <a:pt x="5719" y="13943"/>
                </a:lnTo>
                <a:lnTo>
                  <a:pt x="6035" y="13748"/>
                </a:lnTo>
                <a:lnTo>
                  <a:pt x="6716" y="13383"/>
                </a:lnTo>
                <a:lnTo>
                  <a:pt x="7373" y="13018"/>
                </a:lnTo>
                <a:lnTo>
                  <a:pt x="7689" y="12824"/>
                </a:lnTo>
                <a:lnTo>
                  <a:pt x="8006" y="12629"/>
                </a:lnTo>
                <a:lnTo>
                  <a:pt x="8127" y="12726"/>
                </a:lnTo>
                <a:lnTo>
                  <a:pt x="8273" y="12799"/>
                </a:lnTo>
                <a:lnTo>
                  <a:pt x="8590" y="12945"/>
                </a:lnTo>
                <a:lnTo>
                  <a:pt x="9320" y="13213"/>
                </a:lnTo>
                <a:lnTo>
                  <a:pt x="9685" y="13383"/>
                </a:lnTo>
                <a:lnTo>
                  <a:pt x="10050" y="13554"/>
                </a:lnTo>
                <a:lnTo>
                  <a:pt x="10707" y="13894"/>
                </a:lnTo>
                <a:lnTo>
                  <a:pt x="11364" y="14283"/>
                </a:lnTo>
                <a:lnTo>
                  <a:pt x="11607" y="14454"/>
                </a:lnTo>
                <a:lnTo>
                  <a:pt x="11875" y="14624"/>
                </a:lnTo>
                <a:lnTo>
                  <a:pt x="12021" y="14697"/>
                </a:lnTo>
                <a:lnTo>
                  <a:pt x="12167" y="14770"/>
                </a:lnTo>
                <a:lnTo>
                  <a:pt x="12313" y="14794"/>
                </a:lnTo>
                <a:lnTo>
                  <a:pt x="12459" y="14770"/>
                </a:lnTo>
                <a:lnTo>
                  <a:pt x="12507" y="14770"/>
                </a:lnTo>
                <a:lnTo>
                  <a:pt x="12532" y="14721"/>
                </a:lnTo>
                <a:lnTo>
                  <a:pt x="12629" y="14697"/>
                </a:lnTo>
                <a:lnTo>
                  <a:pt x="12702" y="14648"/>
                </a:lnTo>
                <a:lnTo>
                  <a:pt x="12751" y="14575"/>
                </a:lnTo>
                <a:lnTo>
                  <a:pt x="12775" y="14478"/>
                </a:lnTo>
                <a:lnTo>
                  <a:pt x="12751" y="14065"/>
                </a:lnTo>
                <a:lnTo>
                  <a:pt x="12702" y="13651"/>
                </a:lnTo>
                <a:lnTo>
                  <a:pt x="12629" y="13262"/>
                </a:lnTo>
                <a:lnTo>
                  <a:pt x="12556" y="12848"/>
                </a:lnTo>
                <a:lnTo>
                  <a:pt x="12337" y="12045"/>
                </a:lnTo>
                <a:lnTo>
                  <a:pt x="12118" y="11242"/>
                </a:lnTo>
                <a:lnTo>
                  <a:pt x="11899" y="10463"/>
                </a:lnTo>
                <a:lnTo>
                  <a:pt x="11875" y="10390"/>
                </a:lnTo>
                <a:lnTo>
                  <a:pt x="11680" y="9685"/>
                </a:lnTo>
                <a:lnTo>
                  <a:pt x="11680" y="9636"/>
                </a:lnTo>
                <a:lnTo>
                  <a:pt x="11656" y="9563"/>
                </a:lnTo>
                <a:lnTo>
                  <a:pt x="11631" y="9514"/>
                </a:lnTo>
                <a:lnTo>
                  <a:pt x="11680" y="9490"/>
                </a:lnTo>
                <a:lnTo>
                  <a:pt x="11729" y="9466"/>
                </a:lnTo>
                <a:lnTo>
                  <a:pt x="11802" y="9393"/>
                </a:lnTo>
                <a:lnTo>
                  <a:pt x="11850" y="9344"/>
                </a:lnTo>
                <a:lnTo>
                  <a:pt x="12094" y="9101"/>
                </a:lnTo>
                <a:lnTo>
                  <a:pt x="12361" y="8882"/>
                </a:lnTo>
                <a:lnTo>
                  <a:pt x="12897" y="8419"/>
                </a:lnTo>
                <a:lnTo>
                  <a:pt x="13432" y="8006"/>
                </a:lnTo>
                <a:lnTo>
                  <a:pt x="13967" y="7568"/>
                </a:lnTo>
                <a:lnTo>
                  <a:pt x="14211" y="7324"/>
                </a:lnTo>
                <a:lnTo>
                  <a:pt x="14454" y="7105"/>
                </a:lnTo>
                <a:lnTo>
                  <a:pt x="14697" y="6838"/>
                </a:lnTo>
                <a:lnTo>
                  <a:pt x="14892" y="6570"/>
                </a:lnTo>
                <a:lnTo>
                  <a:pt x="15232" y="6205"/>
                </a:lnTo>
                <a:lnTo>
                  <a:pt x="15403" y="5986"/>
                </a:lnTo>
                <a:lnTo>
                  <a:pt x="15451" y="5889"/>
                </a:lnTo>
                <a:lnTo>
                  <a:pt x="15500" y="5767"/>
                </a:lnTo>
                <a:lnTo>
                  <a:pt x="15500" y="5743"/>
                </a:lnTo>
                <a:lnTo>
                  <a:pt x="15476" y="5646"/>
                </a:lnTo>
                <a:lnTo>
                  <a:pt x="15427" y="5573"/>
                </a:lnTo>
                <a:lnTo>
                  <a:pt x="15354" y="5475"/>
                </a:lnTo>
                <a:lnTo>
                  <a:pt x="15257" y="5427"/>
                </a:lnTo>
                <a:lnTo>
                  <a:pt x="15135" y="5378"/>
                </a:lnTo>
                <a:lnTo>
                  <a:pt x="15013" y="5354"/>
                </a:lnTo>
                <a:lnTo>
                  <a:pt x="14770" y="5329"/>
                </a:lnTo>
                <a:lnTo>
                  <a:pt x="14527" y="5305"/>
                </a:lnTo>
                <a:lnTo>
                  <a:pt x="13797" y="5256"/>
                </a:lnTo>
                <a:lnTo>
                  <a:pt x="13091" y="5208"/>
                </a:lnTo>
                <a:lnTo>
                  <a:pt x="12410" y="5208"/>
                </a:lnTo>
                <a:lnTo>
                  <a:pt x="11753" y="5159"/>
                </a:lnTo>
                <a:lnTo>
                  <a:pt x="11485" y="5135"/>
                </a:lnTo>
                <a:lnTo>
                  <a:pt x="11218" y="5086"/>
                </a:lnTo>
                <a:lnTo>
                  <a:pt x="10950" y="5013"/>
                </a:lnTo>
                <a:lnTo>
                  <a:pt x="10682" y="4989"/>
                </a:lnTo>
                <a:lnTo>
                  <a:pt x="10658" y="4940"/>
                </a:lnTo>
                <a:lnTo>
                  <a:pt x="10634" y="4867"/>
                </a:lnTo>
                <a:lnTo>
                  <a:pt x="10415" y="4599"/>
                </a:lnTo>
                <a:lnTo>
                  <a:pt x="10220" y="4332"/>
                </a:lnTo>
                <a:lnTo>
                  <a:pt x="10025" y="4040"/>
                </a:lnTo>
                <a:lnTo>
                  <a:pt x="9855" y="3748"/>
                </a:lnTo>
                <a:lnTo>
                  <a:pt x="9514" y="3164"/>
                </a:lnTo>
                <a:lnTo>
                  <a:pt x="9222" y="2531"/>
                </a:lnTo>
                <a:lnTo>
                  <a:pt x="8638" y="1290"/>
                </a:lnTo>
                <a:lnTo>
                  <a:pt x="8322" y="682"/>
                </a:lnTo>
                <a:lnTo>
                  <a:pt x="7981" y="73"/>
                </a:lnTo>
                <a:lnTo>
                  <a:pt x="7908" y="25"/>
                </a:lnTo>
                <a:lnTo>
                  <a:pt x="7835" y="0"/>
                </a:lnTo>
                <a:close/>
              </a:path>
            </a:pathLst>
          </a:custGeom>
          <a:gradFill>
            <a:gsLst>
              <a:gs pos="0">
                <a:srgbClr val="F0E0C7"/>
              </a:gs>
              <a:gs pos="50000">
                <a:srgbClr val="F8F1E4"/>
              </a:gs>
              <a:gs pos="100000">
                <a:schemeClr val="lt1"/>
              </a:gs>
            </a:gsLst>
            <a:lin ang="16200038" scaled="0"/>
          </a:gradFill>
          <a:ln>
            <a:noFill/>
          </a:ln>
          <a:effectLst>
            <a:outerShdw blurRad="28575" rotWithShape="0" algn="bl" dir="5400000" dist="19050">
              <a:schemeClr val="dk1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"/>
          <p:cNvSpPr/>
          <p:nvPr/>
        </p:nvSpPr>
        <p:spPr>
          <a:xfrm rot="10800000">
            <a:off x="6874900" y="991175"/>
            <a:ext cx="1507492" cy="1116515"/>
          </a:xfrm>
          <a:custGeom>
            <a:rect b="b" l="l" r="r" t="t"/>
            <a:pathLst>
              <a:path extrusionOk="0" h="1404422" w="1256243">
                <a:moveTo>
                  <a:pt x="136989" y="466050"/>
                </a:moveTo>
                <a:cubicBezTo>
                  <a:pt x="136989" y="466050"/>
                  <a:pt x="267128" y="-13411"/>
                  <a:pt x="705492" y="288"/>
                </a:cubicBezTo>
                <a:cubicBezTo>
                  <a:pt x="1198652" y="15699"/>
                  <a:pt x="1243790" y="411254"/>
                  <a:pt x="1253447" y="589340"/>
                </a:cubicBezTo>
                <a:cubicBezTo>
                  <a:pt x="1267146" y="842769"/>
                  <a:pt x="1239748" y="1020854"/>
                  <a:pt x="958921" y="1150994"/>
                </a:cubicBezTo>
                <a:cubicBezTo>
                  <a:pt x="958921" y="1150994"/>
                  <a:pt x="1137007" y="911263"/>
                  <a:pt x="1013717" y="719479"/>
                </a:cubicBezTo>
                <a:cubicBezTo>
                  <a:pt x="1013717" y="719479"/>
                  <a:pt x="965771" y="1301681"/>
                  <a:pt x="404117" y="1404423"/>
                </a:cubicBezTo>
                <a:cubicBezTo>
                  <a:pt x="404117" y="1404423"/>
                  <a:pt x="657546" y="1157843"/>
                  <a:pt x="506858" y="801672"/>
                </a:cubicBezTo>
                <a:cubicBezTo>
                  <a:pt x="506858" y="801672"/>
                  <a:pt x="520557" y="1144144"/>
                  <a:pt x="123290" y="1130445"/>
                </a:cubicBezTo>
                <a:cubicBezTo>
                  <a:pt x="123290" y="1130445"/>
                  <a:pt x="363020" y="993457"/>
                  <a:pt x="294526" y="746877"/>
                </a:cubicBezTo>
                <a:cubicBezTo>
                  <a:pt x="253429" y="842769"/>
                  <a:pt x="157537" y="904414"/>
                  <a:pt x="0" y="870167"/>
                </a:cubicBezTo>
                <a:cubicBezTo>
                  <a:pt x="116440" y="801672"/>
                  <a:pt x="116440" y="561942"/>
                  <a:pt x="136989" y="466050"/>
                </a:cubicBezTo>
                <a:close/>
              </a:path>
            </a:pathLst>
          </a:custGeom>
          <a:gradFill>
            <a:gsLst>
              <a:gs pos="0">
                <a:srgbClr val="BBFF45">
                  <a:alpha val="0"/>
                </a:srgbClr>
              </a:gs>
              <a:gs pos="65000">
                <a:srgbClr val="C2FF33"/>
              </a:gs>
              <a:gs pos="100000">
                <a:srgbClr val="C9FF20"/>
              </a:gs>
            </a:gsLst>
            <a:lin ang="5400012" scaled="0"/>
          </a:gradFill>
          <a:ln>
            <a:noFill/>
          </a:ln>
          <a:effectLst>
            <a:outerShdw blurRad="28575" rotWithShape="0" algn="bl" dir="5400000" dist="38100">
              <a:schemeClr val="dk1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>
            <p:ph idx="1" type="body"/>
          </p:nvPr>
        </p:nvSpPr>
        <p:spPr>
          <a:xfrm>
            <a:off x="874075" y="1058575"/>
            <a:ext cx="2416800" cy="31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rPr>
              <a:t>Use </a:t>
            </a:r>
            <a:r>
              <a:rPr b="1" lang="en" sz="3200">
                <a:solidFill>
                  <a:schemeClr val="lt1"/>
                </a:solidFill>
                <a:highlight>
                  <a:srgbClr val="000000"/>
                </a:highlight>
                <a:latin typeface="Atma"/>
                <a:ea typeface="Atma"/>
                <a:cs typeface="Atma"/>
                <a:sym typeface="Atma"/>
              </a:rPr>
              <a:t>if</a:t>
            </a:r>
            <a:r>
              <a:rPr b="1" lang="en" sz="32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rPr>
              <a:t> to check if the chosen number is 1</a:t>
            </a:r>
            <a:endParaRPr/>
          </a:p>
        </p:txBody>
      </p:sp>
      <p:sp>
        <p:nvSpPr>
          <p:cNvPr id="242" name="Google Shape;242;p18"/>
          <p:cNvSpPr txBox="1"/>
          <p:nvPr>
            <p:ph idx="2" type="body"/>
          </p:nvPr>
        </p:nvSpPr>
        <p:spPr>
          <a:xfrm>
            <a:off x="3610974" y="1018650"/>
            <a:ext cx="2416800" cy="31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rPr>
              <a:t>Use </a:t>
            </a:r>
            <a:r>
              <a:rPr b="1" lang="en" sz="3200">
                <a:solidFill>
                  <a:schemeClr val="lt1"/>
                </a:solidFill>
                <a:highlight>
                  <a:srgbClr val="000000"/>
                </a:highlight>
                <a:latin typeface="Atma"/>
                <a:ea typeface="Atma"/>
                <a:cs typeface="Atma"/>
                <a:sym typeface="Atma"/>
              </a:rPr>
              <a:t>== </a:t>
            </a:r>
            <a:r>
              <a:rPr b="1" lang="en" sz="32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rPr>
              <a:t>to see if 2 things are the same</a:t>
            </a:r>
            <a:endParaRPr/>
          </a:p>
        </p:txBody>
      </p:sp>
      <p:sp>
        <p:nvSpPr>
          <p:cNvPr id="243" name="Google Shape;243;p18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4" name="Google Shape;244;p18"/>
          <p:cNvGrpSpPr/>
          <p:nvPr/>
        </p:nvGrpSpPr>
        <p:grpSpPr>
          <a:xfrm>
            <a:off x="6699702" y="1762684"/>
            <a:ext cx="1682696" cy="1306837"/>
            <a:chOff x="2860826" y="401530"/>
            <a:chExt cx="2115269" cy="1642581"/>
          </a:xfrm>
        </p:grpSpPr>
        <p:sp>
          <p:nvSpPr>
            <p:cNvPr id="245" name="Google Shape;245;p18"/>
            <p:cNvSpPr/>
            <p:nvPr/>
          </p:nvSpPr>
          <p:spPr>
            <a:xfrm>
              <a:off x="2860826" y="401530"/>
              <a:ext cx="2115269" cy="1642581"/>
            </a:xfrm>
            <a:custGeom>
              <a:rect b="b" l="l" r="r" t="t"/>
              <a:pathLst>
                <a:path extrusionOk="0" h="1642581" w="2115269">
                  <a:moveTo>
                    <a:pt x="245052" y="1642582"/>
                  </a:moveTo>
                  <a:cubicBezTo>
                    <a:pt x="509714" y="1619636"/>
                    <a:pt x="782253" y="1607649"/>
                    <a:pt x="1060477" y="1607649"/>
                  </a:cubicBezTo>
                  <a:cubicBezTo>
                    <a:pt x="1331715" y="1607649"/>
                    <a:pt x="1597541" y="1619088"/>
                    <a:pt x="1855902" y="1640869"/>
                  </a:cubicBezTo>
                  <a:cubicBezTo>
                    <a:pt x="1868690" y="1627170"/>
                    <a:pt x="1881060" y="1612992"/>
                    <a:pt x="1893026" y="1598334"/>
                  </a:cubicBezTo>
                  <a:cubicBezTo>
                    <a:pt x="1980028" y="1493928"/>
                    <a:pt x="2044145" y="1372426"/>
                    <a:pt x="2081249" y="1241684"/>
                  </a:cubicBezTo>
                  <a:cubicBezTo>
                    <a:pt x="2119756" y="1105894"/>
                    <a:pt x="2125668" y="962926"/>
                    <a:pt x="2098509" y="824416"/>
                  </a:cubicBezTo>
                  <a:cubicBezTo>
                    <a:pt x="2049057" y="569754"/>
                    <a:pt x="1935630" y="368312"/>
                    <a:pt x="1761449" y="225501"/>
                  </a:cubicBezTo>
                  <a:cubicBezTo>
                    <a:pt x="1578980" y="75910"/>
                    <a:pt x="1339797" y="18"/>
                    <a:pt x="1050682" y="18"/>
                  </a:cubicBezTo>
                  <a:cubicBezTo>
                    <a:pt x="903988" y="-836"/>
                    <a:pt x="758732" y="28980"/>
                    <a:pt x="624236" y="87554"/>
                  </a:cubicBezTo>
                  <a:cubicBezTo>
                    <a:pt x="501508" y="141599"/>
                    <a:pt x="390609" y="219263"/>
                    <a:pt x="297861" y="316119"/>
                  </a:cubicBezTo>
                  <a:cubicBezTo>
                    <a:pt x="101419" y="520575"/>
                    <a:pt x="-9679" y="802772"/>
                    <a:pt x="663" y="1071749"/>
                  </a:cubicBezTo>
                  <a:cubicBezTo>
                    <a:pt x="9088" y="1284356"/>
                    <a:pt x="94775" y="1483332"/>
                    <a:pt x="245052" y="1642582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8"/>
            <p:cNvSpPr/>
            <p:nvPr/>
          </p:nvSpPr>
          <p:spPr>
            <a:xfrm>
              <a:off x="2983792" y="475316"/>
              <a:ext cx="1869056" cy="1552082"/>
            </a:xfrm>
            <a:custGeom>
              <a:rect b="b" l="l" r="r" t="t"/>
              <a:pathLst>
                <a:path extrusionOk="0" h="1552082" w="1869056">
                  <a:moveTo>
                    <a:pt x="347020" y="1552083"/>
                  </a:moveTo>
                  <a:cubicBezTo>
                    <a:pt x="540360" y="1540028"/>
                    <a:pt x="737185" y="1533952"/>
                    <a:pt x="937510" y="1533863"/>
                  </a:cubicBezTo>
                  <a:cubicBezTo>
                    <a:pt x="1132446" y="1533863"/>
                    <a:pt x="1324230" y="1539637"/>
                    <a:pt x="1512863" y="1551192"/>
                  </a:cubicBezTo>
                  <a:cubicBezTo>
                    <a:pt x="1766292" y="1362285"/>
                    <a:pt x="1918076" y="1051183"/>
                    <a:pt x="1854650" y="724876"/>
                  </a:cubicBezTo>
                  <a:cubicBezTo>
                    <a:pt x="1769717" y="285279"/>
                    <a:pt x="1464506" y="0"/>
                    <a:pt x="927716" y="0"/>
                  </a:cubicBezTo>
                  <a:cubicBezTo>
                    <a:pt x="337774" y="0"/>
                    <a:pt x="-16274" y="505694"/>
                    <a:pt x="576" y="943990"/>
                  </a:cubicBezTo>
                  <a:cubicBezTo>
                    <a:pt x="10028" y="1188583"/>
                    <a:pt x="140167" y="1406875"/>
                    <a:pt x="347020" y="15520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8"/>
            <p:cNvSpPr/>
            <p:nvPr/>
          </p:nvSpPr>
          <p:spPr>
            <a:xfrm>
              <a:off x="3347496" y="964575"/>
              <a:ext cx="758060" cy="758156"/>
            </a:xfrm>
            <a:custGeom>
              <a:rect b="b" l="l" r="r" t="t"/>
              <a:pathLst>
                <a:path extrusionOk="0" h="758156" w="758060">
                  <a:moveTo>
                    <a:pt x="724496" y="223151"/>
                  </a:moveTo>
                  <a:cubicBezTo>
                    <a:pt x="687310" y="294289"/>
                    <a:pt x="599493" y="321817"/>
                    <a:pt x="528355" y="284631"/>
                  </a:cubicBezTo>
                  <a:cubicBezTo>
                    <a:pt x="457217" y="247446"/>
                    <a:pt x="429689" y="159629"/>
                    <a:pt x="466875" y="88491"/>
                  </a:cubicBezTo>
                  <a:cubicBezTo>
                    <a:pt x="479923" y="63532"/>
                    <a:pt x="499937" y="42901"/>
                    <a:pt x="524492" y="29106"/>
                  </a:cubicBezTo>
                  <a:cubicBezTo>
                    <a:pt x="331208" y="-51203"/>
                    <a:pt x="109416" y="40382"/>
                    <a:pt x="29107" y="233665"/>
                  </a:cubicBezTo>
                  <a:cubicBezTo>
                    <a:pt x="-51203" y="426949"/>
                    <a:pt x="40381" y="648740"/>
                    <a:pt x="233665" y="729050"/>
                  </a:cubicBezTo>
                  <a:cubicBezTo>
                    <a:pt x="426949" y="809360"/>
                    <a:pt x="648741" y="717776"/>
                    <a:pt x="729051" y="524492"/>
                  </a:cubicBezTo>
                  <a:cubicBezTo>
                    <a:pt x="769257" y="427730"/>
                    <a:pt x="767606" y="318645"/>
                    <a:pt x="724496" y="22315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rgbClr val="FF4D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8"/>
            <p:cNvSpPr/>
            <p:nvPr/>
          </p:nvSpPr>
          <p:spPr>
            <a:xfrm>
              <a:off x="3521371" y="1137272"/>
              <a:ext cx="411706" cy="411763"/>
            </a:xfrm>
            <a:custGeom>
              <a:rect b="b" l="l" r="r" t="t"/>
              <a:pathLst>
                <a:path extrusionOk="0" h="411763" w="411706">
                  <a:moveTo>
                    <a:pt x="279862" y="13810"/>
                  </a:moveTo>
                  <a:cubicBezTo>
                    <a:pt x="173784" y="-27047"/>
                    <a:pt x="54666" y="25824"/>
                    <a:pt x="13809" y="131901"/>
                  </a:cubicBezTo>
                  <a:cubicBezTo>
                    <a:pt x="-27048" y="237978"/>
                    <a:pt x="25830" y="357097"/>
                    <a:pt x="131907" y="397954"/>
                  </a:cubicBezTo>
                  <a:cubicBezTo>
                    <a:pt x="237984" y="438811"/>
                    <a:pt x="357096" y="385940"/>
                    <a:pt x="397953" y="279863"/>
                  </a:cubicBezTo>
                  <a:cubicBezTo>
                    <a:pt x="417090" y="230170"/>
                    <a:pt x="416227" y="174998"/>
                    <a:pt x="395549" y="125935"/>
                  </a:cubicBezTo>
                  <a:cubicBezTo>
                    <a:pt x="337897" y="115325"/>
                    <a:pt x="292273" y="71105"/>
                    <a:pt x="279862" y="13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2983798" y="1299235"/>
              <a:ext cx="1868927" cy="728163"/>
            </a:xfrm>
            <a:custGeom>
              <a:rect b="b" l="l" r="r" t="t"/>
              <a:pathLst>
                <a:path extrusionOk="0" h="728163" w="1868927">
                  <a:moveTo>
                    <a:pt x="347015" y="728164"/>
                  </a:moveTo>
                  <a:cubicBezTo>
                    <a:pt x="540354" y="716109"/>
                    <a:pt x="737179" y="710033"/>
                    <a:pt x="937505" y="709944"/>
                  </a:cubicBezTo>
                  <a:cubicBezTo>
                    <a:pt x="1132440" y="709944"/>
                    <a:pt x="1324224" y="715718"/>
                    <a:pt x="1512858" y="727273"/>
                  </a:cubicBezTo>
                  <a:cubicBezTo>
                    <a:pt x="1740396" y="557613"/>
                    <a:pt x="1886015" y="289457"/>
                    <a:pt x="1867316" y="0"/>
                  </a:cubicBezTo>
                  <a:cubicBezTo>
                    <a:pt x="1727793" y="347404"/>
                    <a:pt x="1367307" y="603915"/>
                    <a:pt x="963190" y="603915"/>
                  </a:cubicBezTo>
                  <a:cubicBezTo>
                    <a:pt x="507292" y="603915"/>
                    <a:pt x="141943" y="366308"/>
                    <a:pt x="1940" y="34795"/>
                  </a:cubicBezTo>
                  <a:cubicBezTo>
                    <a:pt x="-53" y="63172"/>
                    <a:pt x="-512" y="91639"/>
                    <a:pt x="570" y="120071"/>
                  </a:cubicBezTo>
                  <a:cubicBezTo>
                    <a:pt x="10022" y="364664"/>
                    <a:pt x="140162" y="582956"/>
                    <a:pt x="347015" y="728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8"/>
          <p:cNvGrpSpPr/>
          <p:nvPr/>
        </p:nvGrpSpPr>
        <p:grpSpPr>
          <a:xfrm>
            <a:off x="7096674" y="3381214"/>
            <a:ext cx="1162931" cy="646893"/>
            <a:chOff x="7096674" y="3381214"/>
            <a:chExt cx="1162931" cy="646893"/>
          </a:xfrm>
        </p:grpSpPr>
        <p:sp>
          <p:nvSpPr>
            <p:cNvPr id="251" name="Google Shape;251;p18"/>
            <p:cNvSpPr/>
            <p:nvPr/>
          </p:nvSpPr>
          <p:spPr>
            <a:xfrm>
              <a:off x="7096674" y="3381214"/>
              <a:ext cx="1162931" cy="456384"/>
            </a:xfrm>
            <a:custGeom>
              <a:rect b="b" l="l" r="r" t="t"/>
              <a:pathLst>
                <a:path extrusionOk="0" h="532226" w="1356188">
                  <a:moveTo>
                    <a:pt x="0" y="103246"/>
                  </a:moveTo>
                  <a:cubicBezTo>
                    <a:pt x="58220" y="74410"/>
                    <a:pt x="120481" y="54752"/>
                    <a:pt x="183428" y="37971"/>
                  </a:cubicBezTo>
                  <a:cubicBezTo>
                    <a:pt x="246923" y="21943"/>
                    <a:pt x="311512" y="10902"/>
                    <a:pt x="376719" y="4956"/>
                  </a:cubicBezTo>
                  <a:cubicBezTo>
                    <a:pt x="507270" y="-6619"/>
                    <a:pt x="641656" y="1326"/>
                    <a:pt x="770288" y="36806"/>
                  </a:cubicBezTo>
                  <a:cubicBezTo>
                    <a:pt x="899742" y="71074"/>
                    <a:pt x="1020019" y="133554"/>
                    <a:pt x="1122486" y="219755"/>
                  </a:cubicBezTo>
                  <a:cubicBezTo>
                    <a:pt x="1172898" y="262454"/>
                    <a:pt x="1218241" y="310859"/>
                    <a:pt x="1257488" y="364004"/>
                  </a:cubicBezTo>
                  <a:cubicBezTo>
                    <a:pt x="1296462" y="416286"/>
                    <a:pt x="1329544" y="472704"/>
                    <a:pt x="1356189" y="532226"/>
                  </a:cubicBezTo>
                  <a:cubicBezTo>
                    <a:pt x="1273996" y="432430"/>
                    <a:pt x="1184953" y="341949"/>
                    <a:pt x="1082623" y="271468"/>
                  </a:cubicBezTo>
                  <a:cubicBezTo>
                    <a:pt x="981045" y="201035"/>
                    <a:pt x="867961" y="148753"/>
                    <a:pt x="748507" y="116945"/>
                  </a:cubicBezTo>
                  <a:cubicBezTo>
                    <a:pt x="629601" y="83999"/>
                    <a:pt x="505009" y="70848"/>
                    <a:pt x="379528" y="69958"/>
                  </a:cubicBezTo>
                  <a:cubicBezTo>
                    <a:pt x="252265" y="69608"/>
                    <a:pt x="125276" y="80752"/>
                    <a:pt x="0" y="103246"/>
                  </a:cubicBez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  <a:effectLst>
              <a:outerShdw blurRad="28575" rotWithShape="0" algn="bl" dir="5400000" dist="38100">
                <a:schemeClr val="dk1">
                  <a:alpha val="2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8"/>
            <p:cNvSpPr/>
            <p:nvPr/>
          </p:nvSpPr>
          <p:spPr>
            <a:xfrm>
              <a:off x="7858015" y="3522336"/>
              <a:ext cx="313698" cy="505772"/>
            </a:xfrm>
            <a:custGeom>
              <a:rect b="b" l="l" r="r" t="t"/>
              <a:pathLst>
                <a:path extrusionOk="0" h="589821" w="365828">
                  <a:moveTo>
                    <a:pt x="195620" y="107057"/>
                  </a:moveTo>
                  <a:cubicBezTo>
                    <a:pt x="134386" y="64583"/>
                    <a:pt x="68769" y="28699"/>
                    <a:pt x="0" y="0"/>
                  </a:cubicBezTo>
                  <a:cubicBezTo>
                    <a:pt x="6849" y="201922"/>
                    <a:pt x="38288" y="569188"/>
                    <a:pt x="178085" y="589052"/>
                  </a:cubicBezTo>
                  <a:cubicBezTo>
                    <a:pt x="272677" y="602751"/>
                    <a:pt x="330965" y="431515"/>
                    <a:pt x="365829" y="252744"/>
                  </a:cubicBezTo>
                  <a:cubicBezTo>
                    <a:pt x="313909" y="198826"/>
                    <a:pt x="256923" y="150037"/>
                    <a:pt x="195620" y="107057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14288" rotWithShape="0" algn="bl" dir="5400000" dist="2857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3" name="Google Shape;25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075" y="3617375"/>
            <a:ext cx="4521550" cy="78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/>
          <p:nvPr/>
        </p:nvSpPr>
        <p:spPr>
          <a:xfrm>
            <a:off x="6944516" y="3231052"/>
            <a:ext cx="1548319" cy="1207803"/>
          </a:xfrm>
          <a:custGeom>
            <a:rect b="b" l="l" r="r" t="t"/>
            <a:pathLst>
              <a:path extrusionOk="0" h="1404422" w="1256243">
                <a:moveTo>
                  <a:pt x="136989" y="466050"/>
                </a:moveTo>
                <a:cubicBezTo>
                  <a:pt x="136989" y="466050"/>
                  <a:pt x="267128" y="-13411"/>
                  <a:pt x="705492" y="288"/>
                </a:cubicBezTo>
                <a:cubicBezTo>
                  <a:pt x="1198652" y="15699"/>
                  <a:pt x="1243790" y="411254"/>
                  <a:pt x="1253447" y="589340"/>
                </a:cubicBezTo>
                <a:cubicBezTo>
                  <a:pt x="1267146" y="842769"/>
                  <a:pt x="1239748" y="1020854"/>
                  <a:pt x="958921" y="1150994"/>
                </a:cubicBezTo>
                <a:cubicBezTo>
                  <a:pt x="958921" y="1150994"/>
                  <a:pt x="1137007" y="911263"/>
                  <a:pt x="1013717" y="719479"/>
                </a:cubicBezTo>
                <a:cubicBezTo>
                  <a:pt x="1013717" y="719479"/>
                  <a:pt x="965771" y="1301681"/>
                  <a:pt x="404117" y="1404423"/>
                </a:cubicBezTo>
                <a:cubicBezTo>
                  <a:pt x="404117" y="1404423"/>
                  <a:pt x="657546" y="1157843"/>
                  <a:pt x="506858" y="801672"/>
                </a:cubicBezTo>
                <a:cubicBezTo>
                  <a:pt x="506858" y="801672"/>
                  <a:pt x="520557" y="1144144"/>
                  <a:pt x="123290" y="1130445"/>
                </a:cubicBezTo>
                <a:cubicBezTo>
                  <a:pt x="123290" y="1130445"/>
                  <a:pt x="363020" y="993457"/>
                  <a:pt x="294526" y="746877"/>
                </a:cubicBezTo>
                <a:cubicBezTo>
                  <a:pt x="253429" y="842769"/>
                  <a:pt x="157537" y="904414"/>
                  <a:pt x="0" y="870167"/>
                </a:cubicBezTo>
                <a:cubicBezTo>
                  <a:pt x="116440" y="801672"/>
                  <a:pt x="116440" y="561942"/>
                  <a:pt x="136989" y="466050"/>
                </a:cubicBezTo>
                <a:close/>
              </a:path>
            </a:pathLst>
          </a:custGeom>
          <a:gradFill>
            <a:gsLst>
              <a:gs pos="0">
                <a:srgbClr val="BBFF45">
                  <a:alpha val="0"/>
                </a:srgbClr>
              </a:gs>
              <a:gs pos="65000">
                <a:srgbClr val="C2FF33"/>
              </a:gs>
              <a:gs pos="100000">
                <a:srgbClr val="C9FF20"/>
              </a:gs>
            </a:gsLst>
            <a:lin ang="5400012" scaled="0"/>
          </a:gradFill>
          <a:ln>
            <a:noFill/>
          </a:ln>
          <a:effectLst>
            <a:outerShdw blurRad="28575" rotWithShape="0" algn="bl" dir="5400000" dist="38100">
              <a:schemeClr val="dk1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 txBox="1"/>
          <p:nvPr>
            <p:ph idx="1" type="body"/>
          </p:nvPr>
        </p:nvSpPr>
        <p:spPr>
          <a:xfrm>
            <a:off x="855300" y="704650"/>
            <a:ext cx="1815600" cy="12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Use indentation to show which code is inside the if statement</a:t>
            </a:r>
            <a:endParaRPr/>
          </a:p>
        </p:txBody>
      </p:sp>
      <p:sp>
        <p:nvSpPr>
          <p:cNvPr id="260" name="Google Shape;260;p19"/>
          <p:cNvSpPr txBox="1"/>
          <p:nvPr>
            <p:ph idx="2" type="body"/>
          </p:nvPr>
        </p:nvSpPr>
        <p:spPr>
          <a:xfrm>
            <a:off x="2861673" y="704650"/>
            <a:ext cx="1815600" cy="31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This can be done using two spaces(tap the spacebar twice) or by using the tab key</a:t>
            </a:r>
            <a:endParaRPr/>
          </a:p>
        </p:txBody>
      </p:sp>
      <p:sp>
        <p:nvSpPr>
          <p:cNvPr id="261" name="Google Shape;261;p19"/>
          <p:cNvSpPr txBox="1"/>
          <p:nvPr>
            <p:ph idx="3" type="body"/>
          </p:nvPr>
        </p:nvSpPr>
        <p:spPr>
          <a:xfrm>
            <a:off x="4868047" y="704650"/>
            <a:ext cx="1815600" cy="31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Set computer to ‘r’ inside the if using indentation</a:t>
            </a:r>
            <a:endParaRPr b="1"/>
          </a:p>
        </p:txBody>
      </p:sp>
      <p:sp>
        <p:nvSpPr>
          <p:cNvPr id="262" name="Google Shape;262;p19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3" name="Google Shape;263;p19"/>
          <p:cNvGrpSpPr/>
          <p:nvPr/>
        </p:nvGrpSpPr>
        <p:grpSpPr>
          <a:xfrm>
            <a:off x="7142484" y="1495299"/>
            <a:ext cx="1286132" cy="1205203"/>
            <a:chOff x="8438871" y="401534"/>
            <a:chExt cx="2115348" cy="1982241"/>
          </a:xfrm>
        </p:grpSpPr>
        <p:sp>
          <p:nvSpPr>
            <p:cNvPr id="264" name="Google Shape;264;p19"/>
            <p:cNvSpPr/>
            <p:nvPr/>
          </p:nvSpPr>
          <p:spPr>
            <a:xfrm>
              <a:off x="8438871" y="401534"/>
              <a:ext cx="2115348" cy="1982241"/>
            </a:xfrm>
            <a:custGeom>
              <a:rect b="b" l="l" r="r" t="t"/>
              <a:pathLst>
                <a:path extrusionOk="0" h="1982241" w="2115348">
                  <a:moveTo>
                    <a:pt x="1084381" y="1982241"/>
                  </a:moveTo>
                  <a:cubicBezTo>
                    <a:pt x="797390" y="1982241"/>
                    <a:pt x="529098" y="1889705"/>
                    <a:pt x="328957" y="1721963"/>
                  </a:cubicBezTo>
                  <a:cubicBezTo>
                    <a:pt x="126830" y="1552302"/>
                    <a:pt x="10253" y="1321476"/>
                    <a:pt x="663" y="1072019"/>
                  </a:cubicBezTo>
                  <a:cubicBezTo>
                    <a:pt x="-9679" y="803042"/>
                    <a:pt x="101418" y="520571"/>
                    <a:pt x="297929" y="316389"/>
                  </a:cubicBezTo>
                  <a:cubicBezTo>
                    <a:pt x="390670" y="219534"/>
                    <a:pt x="501494" y="141871"/>
                    <a:pt x="624236" y="87824"/>
                  </a:cubicBezTo>
                  <a:cubicBezTo>
                    <a:pt x="758690" y="29170"/>
                    <a:pt x="903967" y="-739"/>
                    <a:pt x="1050682" y="14"/>
                  </a:cubicBezTo>
                  <a:cubicBezTo>
                    <a:pt x="1339866" y="14"/>
                    <a:pt x="1578979" y="75906"/>
                    <a:pt x="1761448" y="225497"/>
                  </a:cubicBezTo>
                  <a:cubicBezTo>
                    <a:pt x="1935630" y="368308"/>
                    <a:pt x="2049125" y="569750"/>
                    <a:pt x="2098577" y="824412"/>
                  </a:cubicBezTo>
                  <a:cubicBezTo>
                    <a:pt x="2125770" y="962922"/>
                    <a:pt x="2119811" y="1105890"/>
                    <a:pt x="2081317" y="1241680"/>
                  </a:cubicBezTo>
                  <a:cubicBezTo>
                    <a:pt x="2044193" y="1372408"/>
                    <a:pt x="1980083" y="1493904"/>
                    <a:pt x="1893094" y="1598330"/>
                  </a:cubicBezTo>
                  <a:cubicBezTo>
                    <a:pt x="1796038" y="1715326"/>
                    <a:pt x="1675145" y="1810252"/>
                    <a:pt x="1538431" y="1876760"/>
                  </a:cubicBezTo>
                  <a:cubicBezTo>
                    <a:pt x="1396921" y="1945638"/>
                    <a:pt x="1241713" y="1981693"/>
                    <a:pt x="1084381" y="1982241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8561906" y="475316"/>
              <a:ext cx="1869268" cy="1736332"/>
            </a:xfrm>
            <a:custGeom>
              <a:rect b="b" l="l" r="r" t="t"/>
              <a:pathLst>
                <a:path extrusionOk="0" h="1736332" w="1869268">
                  <a:moveTo>
                    <a:pt x="927716" y="0"/>
                  </a:moveTo>
                  <a:cubicBezTo>
                    <a:pt x="337705" y="0"/>
                    <a:pt x="-16274" y="505694"/>
                    <a:pt x="576" y="943990"/>
                  </a:cubicBezTo>
                  <a:cubicBezTo>
                    <a:pt x="17426" y="1382285"/>
                    <a:pt x="422022" y="1736332"/>
                    <a:pt x="961415" y="1736332"/>
                  </a:cubicBezTo>
                  <a:cubicBezTo>
                    <a:pt x="1500808" y="1736332"/>
                    <a:pt x="1957049" y="1250776"/>
                    <a:pt x="1854856" y="724876"/>
                  </a:cubicBezTo>
                  <a:cubicBezTo>
                    <a:pt x="1769443" y="285279"/>
                    <a:pt x="1464438" y="0"/>
                    <a:pt x="9277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8561904" y="1299235"/>
              <a:ext cx="1869279" cy="912413"/>
            </a:xfrm>
            <a:custGeom>
              <a:rect b="b" l="l" r="r" t="t"/>
              <a:pathLst>
                <a:path extrusionOk="0" h="912413" w="1869279">
                  <a:moveTo>
                    <a:pt x="963129" y="603915"/>
                  </a:moveTo>
                  <a:cubicBezTo>
                    <a:pt x="507230" y="603915"/>
                    <a:pt x="141882" y="366308"/>
                    <a:pt x="1880" y="34795"/>
                  </a:cubicBezTo>
                  <a:cubicBezTo>
                    <a:pt x="-39" y="63179"/>
                    <a:pt x="-518" y="91646"/>
                    <a:pt x="578" y="120071"/>
                  </a:cubicBezTo>
                  <a:cubicBezTo>
                    <a:pt x="17428" y="558435"/>
                    <a:pt x="422024" y="912414"/>
                    <a:pt x="961417" y="912414"/>
                  </a:cubicBezTo>
                  <a:cubicBezTo>
                    <a:pt x="1466769" y="912414"/>
                    <a:pt x="1899105" y="486242"/>
                    <a:pt x="1867666" y="0"/>
                  </a:cubicBezTo>
                  <a:cubicBezTo>
                    <a:pt x="1728075" y="347404"/>
                    <a:pt x="1367589" y="603915"/>
                    <a:pt x="963129" y="603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9177188" y="748882"/>
              <a:ext cx="387480" cy="1272283"/>
            </a:xfrm>
            <a:custGeom>
              <a:rect b="b" l="l" r="r" t="t"/>
              <a:pathLst>
                <a:path extrusionOk="0" h="1272283" w="387480">
                  <a:moveTo>
                    <a:pt x="341492" y="318088"/>
                  </a:moveTo>
                  <a:cubicBezTo>
                    <a:pt x="290600" y="318070"/>
                    <a:pt x="249367" y="276810"/>
                    <a:pt x="249367" y="225931"/>
                  </a:cubicBezTo>
                  <a:cubicBezTo>
                    <a:pt x="249436" y="192269"/>
                    <a:pt x="267792" y="161294"/>
                    <a:pt x="297313" y="145140"/>
                  </a:cubicBezTo>
                  <a:cubicBezTo>
                    <a:pt x="267860" y="90372"/>
                    <a:pt x="228955" y="41237"/>
                    <a:pt x="182448" y="0"/>
                  </a:cubicBezTo>
                  <a:cubicBezTo>
                    <a:pt x="182448" y="0"/>
                    <a:pt x="-269615" y="719876"/>
                    <a:pt x="249436" y="1272283"/>
                  </a:cubicBezTo>
                  <a:cubicBezTo>
                    <a:pt x="249436" y="1272283"/>
                    <a:pt x="459713" y="731178"/>
                    <a:pt x="361218" y="315896"/>
                  </a:cubicBezTo>
                  <a:cubicBezTo>
                    <a:pt x="354712" y="317324"/>
                    <a:pt x="348136" y="318059"/>
                    <a:pt x="341492" y="318088"/>
                  </a:cubicBezTo>
                  <a:close/>
                </a:path>
              </a:pathLst>
            </a:custGeom>
            <a:gradFill>
              <a:gsLst>
                <a:gs pos="0">
                  <a:srgbClr val="000985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19"/>
          <p:cNvGrpSpPr/>
          <p:nvPr/>
        </p:nvGrpSpPr>
        <p:grpSpPr>
          <a:xfrm>
            <a:off x="7490520" y="704648"/>
            <a:ext cx="590051" cy="591263"/>
            <a:chOff x="2893887" y="2547824"/>
            <a:chExt cx="1212350" cy="1214840"/>
          </a:xfrm>
        </p:grpSpPr>
        <p:sp>
          <p:nvSpPr>
            <p:cNvPr id="269" name="Google Shape;269;p19"/>
            <p:cNvSpPr/>
            <p:nvPr/>
          </p:nvSpPr>
          <p:spPr>
            <a:xfrm>
              <a:off x="2893887" y="2547824"/>
              <a:ext cx="1212350" cy="1214840"/>
            </a:xfrm>
            <a:custGeom>
              <a:rect b="b" l="l" r="r" t="t"/>
              <a:pathLst>
                <a:path extrusionOk="0" h="1214840" w="1212350">
                  <a:moveTo>
                    <a:pt x="0" y="1070973"/>
                  </a:moveTo>
                  <a:cubicBezTo>
                    <a:pt x="0" y="1070973"/>
                    <a:pt x="650697" y="1447692"/>
                    <a:pt x="1212351" y="981930"/>
                  </a:cubicBezTo>
                  <a:lnTo>
                    <a:pt x="549325" y="40612"/>
                  </a:lnTo>
                  <a:cubicBezTo>
                    <a:pt x="518790" y="-2656"/>
                    <a:pt x="458960" y="-12985"/>
                    <a:pt x="415686" y="17550"/>
                  </a:cubicBezTo>
                  <a:cubicBezTo>
                    <a:pt x="400062" y="28578"/>
                    <a:pt x="388089" y="44030"/>
                    <a:pt x="381308" y="61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2996697" y="3186871"/>
              <a:ext cx="951250" cy="244546"/>
            </a:xfrm>
            <a:custGeom>
              <a:rect b="b" l="l" r="r" t="t"/>
              <a:pathLst>
                <a:path extrusionOk="0" h="244546" w="951250">
                  <a:moveTo>
                    <a:pt x="43357" y="45138"/>
                  </a:moveTo>
                  <a:lnTo>
                    <a:pt x="0" y="159934"/>
                  </a:lnTo>
                  <a:cubicBezTo>
                    <a:pt x="152674" y="234319"/>
                    <a:pt x="473639" y="323156"/>
                    <a:pt x="951250" y="118221"/>
                  </a:cubicBezTo>
                  <a:lnTo>
                    <a:pt x="867961" y="0"/>
                  </a:lnTo>
                  <a:cubicBezTo>
                    <a:pt x="691177" y="94111"/>
                    <a:pt x="402815" y="180483"/>
                    <a:pt x="43357" y="45138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3140056" y="2892620"/>
              <a:ext cx="568503" cy="125416"/>
            </a:xfrm>
            <a:custGeom>
              <a:rect b="b" l="l" r="r" t="t"/>
              <a:pathLst>
                <a:path extrusionOk="0" h="125416" w="568503">
                  <a:moveTo>
                    <a:pt x="27398" y="2123"/>
                  </a:moveTo>
                  <a:lnTo>
                    <a:pt x="0" y="74179"/>
                  </a:lnTo>
                  <a:cubicBezTo>
                    <a:pt x="118016" y="119317"/>
                    <a:pt x="322540" y="163222"/>
                    <a:pt x="568503" y="72261"/>
                  </a:cubicBezTo>
                  <a:lnTo>
                    <a:pt x="517544" y="0"/>
                  </a:lnTo>
                  <a:cubicBezTo>
                    <a:pt x="405281" y="47467"/>
                    <a:pt x="236717" y="79796"/>
                    <a:pt x="27398" y="2123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3404162" y="2647161"/>
              <a:ext cx="524058" cy="1084446"/>
            </a:xfrm>
            <a:custGeom>
              <a:rect b="b" l="l" r="r" t="t"/>
              <a:pathLst>
                <a:path extrusionOk="0" h="1084446" w="524058">
                  <a:moveTo>
                    <a:pt x="524059" y="1002185"/>
                  </a:moveTo>
                  <a:lnTo>
                    <a:pt x="18570" y="4084"/>
                  </a:lnTo>
                  <a:cubicBezTo>
                    <a:pt x="13844" y="-5299"/>
                    <a:pt x="-2595" y="3057"/>
                    <a:pt x="351" y="13331"/>
                  </a:cubicBezTo>
                  <a:lnTo>
                    <a:pt x="311452" y="1084446"/>
                  </a:lnTo>
                  <a:cubicBezTo>
                    <a:pt x="385337" y="1065562"/>
                    <a:pt x="456708" y="1037952"/>
                    <a:pt x="524059" y="1002185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19"/>
          <p:cNvGrpSpPr/>
          <p:nvPr/>
        </p:nvGrpSpPr>
        <p:grpSpPr>
          <a:xfrm>
            <a:off x="7066322" y="2899898"/>
            <a:ext cx="1437262" cy="597425"/>
            <a:chOff x="7066322" y="2899898"/>
            <a:chExt cx="1437262" cy="597425"/>
          </a:xfrm>
        </p:grpSpPr>
        <p:sp>
          <p:nvSpPr>
            <p:cNvPr id="274" name="Google Shape;274;p19"/>
            <p:cNvSpPr/>
            <p:nvPr/>
          </p:nvSpPr>
          <p:spPr>
            <a:xfrm>
              <a:off x="7066322" y="2899898"/>
              <a:ext cx="1437262" cy="597425"/>
            </a:xfrm>
            <a:custGeom>
              <a:rect b="b" l="l" r="r" t="t"/>
              <a:pathLst>
                <a:path extrusionOk="0" h="983416" w="2365864">
                  <a:moveTo>
                    <a:pt x="0" y="791179"/>
                  </a:moveTo>
                  <a:cubicBezTo>
                    <a:pt x="0" y="354253"/>
                    <a:pt x="529598" y="0"/>
                    <a:pt x="1182898" y="0"/>
                  </a:cubicBezTo>
                  <a:cubicBezTo>
                    <a:pt x="1836197" y="0"/>
                    <a:pt x="2365865" y="354253"/>
                    <a:pt x="2365865" y="791179"/>
                  </a:cubicBezTo>
                  <a:cubicBezTo>
                    <a:pt x="2365865" y="1228104"/>
                    <a:pt x="1836197" y="783576"/>
                    <a:pt x="1182898" y="783576"/>
                  </a:cubicBezTo>
                  <a:cubicBezTo>
                    <a:pt x="529598" y="783576"/>
                    <a:pt x="0" y="1228104"/>
                    <a:pt x="0" y="791179"/>
                  </a:cubicBezTo>
                  <a:close/>
                </a:path>
              </a:pathLst>
            </a:custGeom>
            <a:solidFill>
              <a:srgbClr val="4C11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7344300" y="3182158"/>
              <a:ext cx="173307" cy="276881"/>
            </a:xfrm>
            <a:custGeom>
              <a:rect b="b" l="l" r="r" t="t"/>
              <a:pathLst>
                <a:path extrusionOk="0" h="455772" w="285279">
                  <a:moveTo>
                    <a:pt x="0" y="455773"/>
                  </a:moveTo>
                  <a:cubicBezTo>
                    <a:pt x="86303" y="430567"/>
                    <a:pt x="182195" y="401799"/>
                    <a:pt x="285279" y="377141"/>
                  </a:cubicBezTo>
                  <a:cubicBezTo>
                    <a:pt x="275279" y="230837"/>
                    <a:pt x="245005" y="11450"/>
                    <a:pt x="153838" y="422"/>
                  </a:cubicBezTo>
                  <a:cubicBezTo>
                    <a:pt x="44316" y="-13482"/>
                    <a:pt x="9589" y="320085"/>
                    <a:pt x="0" y="455773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16200038" scaled="0"/>
            </a:gradFill>
            <a:ln>
              <a:noFill/>
            </a:ln>
            <a:effectLst>
              <a:outerShdw blurRad="14288" rotWithShape="0" algn="bl" dir="16200000" dist="2857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8056297" y="3181999"/>
              <a:ext cx="171726" cy="277456"/>
            </a:xfrm>
            <a:custGeom>
              <a:rect b="b" l="l" r="r" t="t"/>
              <a:pathLst>
                <a:path extrusionOk="0" h="456717" w="282676">
                  <a:moveTo>
                    <a:pt x="282676" y="456718"/>
                  </a:moveTo>
                  <a:cubicBezTo>
                    <a:pt x="278567" y="331510"/>
                    <a:pt x="257333" y="14107"/>
                    <a:pt x="147194" y="408"/>
                  </a:cubicBezTo>
                  <a:cubicBezTo>
                    <a:pt x="55070" y="-11099"/>
                    <a:pt x="15823" y="223152"/>
                    <a:pt x="0" y="378566"/>
                  </a:cubicBezTo>
                  <a:cubicBezTo>
                    <a:pt x="102125" y="403155"/>
                    <a:pt x="197127" y="431718"/>
                    <a:pt x="282676" y="456718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16200038" scaled="0"/>
            </a:gradFill>
            <a:ln>
              <a:noFill/>
            </a:ln>
            <a:effectLst>
              <a:outerShdw blurRad="14288" rotWithShape="0" algn="bl" dir="16200000" dist="2857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7" name="Google Shape;277;p19"/>
          <p:cNvPicPr preferRelativeResize="0"/>
          <p:nvPr/>
        </p:nvPicPr>
        <p:blipFill rotWithShape="1">
          <a:blip r:embed="rId3">
            <a:alphaModFix/>
          </a:blip>
          <a:srcRect b="90256" l="0" r="43788" t="0"/>
          <a:stretch/>
        </p:blipFill>
        <p:spPr>
          <a:xfrm>
            <a:off x="855300" y="2963238"/>
            <a:ext cx="4760525" cy="915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rgbClr val="FF6B4B"/>
            </a:gs>
          </a:gsLst>
          <a:lin ang="0" scaled="0"/>
        </a:gra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"/>
          <p:cNvSpPr/>
          <p:nvPr/>
        </p:nvSpPr>
        <p:spPr>
          <a:xfrm rot="10800000">
            <a:off x="7517901" y="1501911"/>
            <a:ext cx="1388149" cy="1028739"/>
          </a:xfrm>
          <a:custGeom>
            <a:rect b="b" l="l" r="r" t="t"/>
            <a:pathLst>
              <a:path extrusionOk="0" h="1404422" w="1256243">
                <a:moveTo>
                  <a:pt x="136989" y="466050"/>
                </a:moveTo>
                <a:cubicBezTo>
                  <a:pt x="136989" y="466050"/>
                  <a:pt x="267128" y="-13411"/>
                  <a:pt x="705492" y="288"/>
                </a:cubicBezTo>
                <a:cubicBezTo>
                  <a:pt x="1198652" y="15699"/>
                  <a:pt x="1243790" y="411254"/>
                  <a:pt x="1253447" y="589340"/>
                </a:cubicBezTo>
                <a:cubicBezTo>
                  <a:pt x="1267146" y="842769"/>
                  <a:pt x="1239748" y="1020854"/>
                  <a:pt x="958921" y="1150994"/>
                </a:cubicBezTo>
                <a:cubicBezTo>
                  <a:pt x="958921" y="1150994"/>
                  <a:pt x="1137007" y="911263"/>
                  <a:pt x="1013717" y="719479"/>
                </a:cubicBezTo>
                <a:cubicBezTo>
                  <a:pt x="1013717" y="719479"/>
                  <a:pt x="965771" y="1301681"/>
                  <a:pt x="404117" y="1404423"/>
                </a:cubicBezTo>
                <a:cubicBezTo>
                  <a:pt x="404117" y="1404423"/>
                  <a:pt x="657546" y="1157843"/>
                  <a:pt x="506858" y="801672"/>
                </a:cubicBezTo>
                <a:cubicBezTo>
                  <a:pt x="506858" y="801672"/>
                  <a:pt x="520557" y="1144144"/>
                  <a:pt x="123290" y="1130445"/>
                </a:cubicBezTo>
                <a:cubicBezTo>
                  <a:pt x="123290" y="1130445"/>
                  <a:pt x="363020" y="993457"/>
                  <a:pt x="294526" y="746877"/>
                </a:cubicBezTo>
                <a:cubicBezTo>
                  <a:pt x="253429" y="842769"/>
                  <a:pt x="157537" y="904414"/>
                  <a:pt x="0" y="870167"/>
                </a:cubicBezTo>
                <a:cubicBezTo>
                  <a:pt x="116440" y="801672"/>
                  <a:pt x="116440" y="561942"/>
                  <a:pt x="136989" y="466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65000">
                <a:schemeClr val="accent6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28575" rotWithShape="0" algn="bl" dir="5400000" dist="38100">
              <a:schemeClr val="dk1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 txBox="1"/>
          <p:nvPr>
            <p:ph type="title"/>
          </p:nvPr>
        </p:nvSpPr>
        <p:spPr>
          <a:xfrm>
            <a:off x="855300" y="991175"/>
            <a:ext cx="4693500" cy="2093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add an alternative check using </a:t>
            </a:r>
            <a:r>
              <a:rPr lang="en">
                <a:highlight>
                  <a:srgbClr val="000000"/>
                </a:highlight>
              </a:rPr>
              <a:t>elif</a:t>
            </a:r>
            <a:r>
              <a:rPr lang="en"/>
              <a:t> </a:t>
            </a:r>
            <a:r>
              <a:rPr i="1" lang="en"/>
              <a:t>(short for else if)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***Remember indentation is important***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This condition will only be checked if the first condition fails (if the </a:t>
            </a:r>
            <a:r>
              <a:rPr lang="en" sz="1600"/>
              <a:t>computer</a:t>
            </a:r>
            <a:r>
              <a:rPr lang="en" sz="1600"/>
              <a:t> didn’t choose 1).</a:t>
            </a:r>
            <a:endParaRPr sz="1600"/>
          </a:p>
        </p:txBody>
      </p:sp>
      <p:sp>
        <p:nvSpPr>
          <p:cNvPr id="284" name="Google Shape;284;p20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85" name="Google Shape;285;p20"/>
          <p:cNvGrpSpPr/>
          <p:nvPr/>
        </p:nvGrpSpPr>
        <p:grpSpPr>
          <a:xfrm>
            <a:off x="7199506" y="3084690"/>
            <a:ext cx="1276896" cy="556792"/>
            <a:chOff x="7199506" y="3084690"/>
            <a:chExt cx="1276896" cy="556792"/>
          </a:xfrm>
        </p:grpSpPr>
        <p:sp>
          <p:nvSpPr>
            <p:cNvPr id="286" name="Google Shape;286;p20"/>
            <p:cNvSpPr/>
            <p:nvPr/>
          </p:nvSpPr>
          <p:spPr>
            <a:xfrm>
              <a:off x="7199506" y="3084690"/>
              <a:ext cx="1276896" cy="556446"/>
            </a:xfrm>
            <a:custGeom>
              <a:rect b="b" l="l" r="r" t="t"/>
              <a:pathLst>
                <a:path extrusionOk="0" h="915961" w="2101887">
                  <a:moveTo>
                    <a:pt x="2101887" y="915961"/>
                  </a:moveTo>
                  <a:cubicBezTo>
                    <a:pt x="2021749" y="335539"/>
                    <a:pt x="1486260" y="-70029"/>
                    <a:pt x="905838" y="10095"/>
                  </a:cubicBezTo>
                  <a:cubicBezTo>
                    <a:pt x="435076" y="75076"/>
                    <a:pt x="65001" y="445199"/>
                    <a:pt x="0" y="915961"/>
                  </a:cubicBezTo>
                  <a:close/>
                </a:path>
              </a:pathLst>
            </a:custGeom>
            <a:solidFill>
              <a:srgbClr val="4C11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7632485" y="3505663"/>
              <a:ext cx="411651" cy="135819"/>
            </a:xfrm>
            <a:custGeom>
              <a:rect b="b" l="l" r="r" t="t"/>
              <a:pathLst>
                <a:path extrusionOk="0" h="223570" w="677615">
                  <a:moveTo>
                    <a:pt x="677615" y="223571"/>
                  </a:moveTo>
                  <a:cubicBezTo>
                    <a:pt x="597476" y="36451"/>
                    <a:pt x="380829" y="-50277"/>
                    <a:pt x="193702" y="29855"/>
                  </a:cubicBezTo>
                  <a:cubicBezTo>
                    <a:pt x="106646" y="67143"/>
                    <a:pt x="37261" y="136508"/>
                    <a:pt x="0" y="22357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7342805" y="3157018"/>
              <a:ext cx="198939" cy="323411"/>
            </a:xfrm>
            <a:custGeom>
              <a:rect b="b" l="l" r="r" t="t"/>
              <a:pathLst>
                <a:path extrusionOk="0" h="532363" w="327471">
                  <a:moveTo>
                    <a:pt x="327471" y="0"/>
                  </a:moveTo>
                  <a:cubicBezTo>
                    <a:pt x="201853" y="65241"/>
                    <a:pt x="90549" y="154893"/>
                    <a:pt x="0" y="263703"/>
                  </a:cubicBezTo>
                  <a:cubicBezTo>
                    <a:pt x="20068" y="397473"/>
                    <a:pt x="58699" y="521174"/>
                    <a:pt x="132674" y="531722"/>
                  </a:cubicBezTo>
                  <a:cubicBezTo>
                    <a:pt x="260758" y="550010"/>
                    <a:pt x="311101" y="173017"/>
                    <a:pt x="327471" y="0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14288" rotWithShape="0" algn="bl" dir="5400000" dist="2857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8134427" y="3156684"/>
              <a:ext cx="200395" cy="330119"/>
            </a:xfrm>
            <a:custGeom>
              <a:rect b="b" l="l" r="r" t="t"/>
              <a:pathLst>
                <a:path extrusionOk="0" h="543406" w="329869">
                  <a:moveTo>
                    <a:pt x="329869" y="265827"/>
                  </a:moveTo>
                  <a:cubicBezTo>
                    <a:pt x="238840" y="156010"/>
                    <a:pt x="126646" y="65611"/>
                    <a:pt x="0" y="0"/>
                  </a:cubicBezTo>
                  <a:cubicBezTo>
                    <a:pt x="15206" y="167469"/>
                    <a:pt x="65001" y="561654"/>
                    <a:pt x="195825" y="542750"/>
                  </a:cubicBezTo>
                  <a:cubicBezTo>
                    <a:pt x="271443" y="531927"/>
                    <a:pt x="310143" y="402952"/>
                    <a:pt x="329869" y="265827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14288" rotWithShape="0" algn="bl" dir="5400000" dist="2857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20"/>
          <p:cNvGrpSpPr/>
          <p:nvPr/>
        </p:nvGrpSpPr>
        <p:grpSpPr>
          <a:xfrm>
            <a:off x="7517893" y="2173056"/>
            <a:ext cx="1286011" cy="756474"/>
            <a:chOff x="5682925" y="1139232"/>
            <a:chExt cx="2115150" cy="1244200"/>
          </a:xfrm>
        </p:grpSpPr>
        <p:sp>
          <p:nvSpPr>
            <p:cNvPr id="291" name="Google Shape;291;p20"/>
            <p:cNvSpPr/>
            <p:nvPr/>
          </p:nvSpPr>
          <p:spPr>
            <a:xfrm>
              <a:off x="5682925" y="1139232"/>
              <a:ext cx="2115150" cy="1244200"/>
            </a:xfrm>
            <a:custGeom>
              <a:rect b="b" l="l" r="r" t="t"/>
              <a:pathLst>
                <a:path extrusionOk="0" h="1244200" w="2115150">
                  <a:moveTo>
                    <a:pt x="2078447" y="0"/>
                  </a:moveTo>
                  <a:cubicBezTo>
                    <a:pt x="1740359" y="36747"/>
                    <a:pt x="1400490" y="55042"/>
                    <a:pt x="1060347" y="54796"/>
                  </a:cubicBezTo>
                  <a:cubicBezTo>
                    <a:pt x="721937" y="54987"/>
                    <a:pt x="383766" y="36857"/>
                    <a:pt x="47315" y="479"/>
                  </a:cubicBezTo>
                  <a:cubicBezTo>
                    <a:pt x="12629" y="108125"/>
                    <a:pt x="-3193" y="220949"/>
                    <a:pt x="533" y="333979"/>
                  </a:cubicBezTo>
                  <a:cubicBezTo>
                    <a:pt x="10122" y="583435"/>
                    <a:pt x="126700" y="814261"/>
                    <a:pt x="328758" y="983922"/>
                  </a:cubicBezTo>
                  <a:cubicBezTo>
                    <a:pt x="528967" y="1151939"/>
                    <a:pt x="797260" y="1244200"/>
                    <a:pt x="1084251" y="1244200"/>
                  </a:cubicBezTo>
                  <a:cubicBezTo>
                    <a:pt x="1241583" y="1243755"/>
                    <a:pt x="1396791" y="1207816"/>
                    <a:pt x="1538301" y="1139062"/>
                  </a:cubicBezTo>
                  <a:cubicBezTo>
                    <a:pt x="1675015" y="1072485"/>
                    <a:pt x="1795908" y="977490"/>
                    <a:pt x="1892896" y="860426"/>
                  </a:cubicBezTo>
                  <a:cubicBezTo>
                    <a:pt x="1979884" y="756020"/>
                    <a:pt x="2043995" y="634518"/>
                    <a:pt x="2081119" y="503776"/>
                  </a:cubicBezTo>
                  <a:cubicBezTo>
                    <a:pt x="2119613" y="367986"/>
                    <a:pt x="2125572" y="225018"/>
                    <a:pt x="2098380" y="86508"/>
                  </a:cubicBezTo>
                  <a:cubicBezTo>
                    <a:pt x="2092625" y="56850"/>
                    <a:pt x="2085913" y="28220"/>
                    <a:pt x="2078447" y="0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5805876" y="1150739"/>
              <a:ext cx="1869223" cy="1060909"/>
            </a:xfrm>
            <a:custGeom>
              <a:rect b="b" l="l" r="r" t="t"/>
              <a:pathLst>
                <a:path extrusionOk="0" h="1060909" w="1869223">
                  <a:moveTo>
                    <a:pt x="1844056" y="0"/>
                  </a:moveTo>
                  <a:cubicBezTo>
                    <a:pt x="1550899" y="28425"/>
                    <a:pt x="1247744" y="43357"/>
                    <a:pt x="937395" y="43357"/>
                  </a:cubicBezTo>
                  <a:cubicBezTo>
                    <a:pt x="628349" y="43357"/>
                    <a:pt x="326357" y="28494"/>
                    <a:pt x="34297" y="342"/>
                  </a:cubicBezTo>
                  <a:cubicBezTo>
                    <a:pt x="8913" y="87399"/>
                    <a:pt x="-2512" y="177935"/>
                    <a:pt x="461" y="268566"/>
                  </a:cubicBezTo>
                  <a:cubicBezTo>
                    <a:pt x="17310" y="706930"/>
                    <a:pt x="421907" y="1060909"/>
                    <a:pt x="961368" y="1060909"/>
                  </a:cubicBezTo>
                  <a:cubicBezTo>
                    <a:pt x="1500830" y="1060909"/>
                    <a:pt x="1957003" y="575353"/>
                    <a:pt x="1854809" y="49453"/>
                  </a:cubicBezTo>
                  <a:cubicBezTo>
                    <a:pt x="1851795" y="32740"/>
                    <a:pt x="1847892" y="16233"/>
                    <a:pt x="18440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5805767" y="1299235"/>
              <a:ext cx="1869273" cy="912413"/>
            </a:xfrm>
            <a:custGeom>
              <a:rect b="b" l="l" r="r" t="t"/>
              <a:pathLst>
                <a:path extrusionOk="0" h="912413" w="1869273">
                  <a:moveTo>
                    <a:pt x="963190" y="603915"/>
                  </a:moveTo>
                  <a:cubicBezTo>
                    <a:pt x="507292" y="603915"/>
                    <a:pt x="141942" y="366308"/>
                    <a:pt x="1940" y="34795"/>
                  </a:cubicBezTo>
                  <a:cubicBezTo>
                    <a:pt x="-53" y="63172"/>
                    <a:pt x="-512" y="91639"/>
                    <a:pt x="570" y="120071"/>
                  </a:cubicBezTo>
                  <a:cubicBezTo>
                    <a:pt x="17420" y="558435"/>
                    <a:pt x="422016" y="912414"/>
                    <a:pt x="961478" y="912414"/>
                  </a:cubicBezTo>
                  <a:cubicBezTo>
                    <a:pt x="1466830" y="912414"/>
                    <a:pt x="1899098" y="486242"/>
                    <a:pt x="1867659" y="0"/>
                  </a:cubicBezTo>
                  <a:cubicBezTo>
                    <a:pt x="1728136" y="347404"/>
                    <a:pt x="1367650" y="603915"/>
                    <a:pt x="963190" y="603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6361733" y="1187794"/>
              <a:ext cx="757384" cy="534274"/>
            </a:xfrm>
            <a:custGeom>
              <a:rect b="b" l="l" r="r" t="t"/>
              <a:pathLst>
                <a:path extrusionOk="0" h="534274" w="757384">
                  <a:moveTo>
                    <a:pt x="381539" y="6301"/>
                  </a:moveTo>
                  <a:cubicBezTo>
                    <a:pt x="264503" y="6301"/>
                    <a:pt x="148500" y="4199"/>
                    <a:pt x="33519" y="0"/>
                  </a:cubicBezTo>
                  <a:cubicBezTo>
                    <a:pt x="-52387" y="190654"/>
                    <a:pt x="32526" y="414850"/>
                    <a:pt x="223186" y="500756"/>
                  </a:cubicBezTo>
                  <a:cubicBezTo>
                    <a:pt x="413841" y="586661"/>
                    <a:pt x="638050" y="501749"/>
                    <a:pt x="723942" y="311095"/>
                  </a:cubicBezTo>
                  <a:cubicBezTo>
                    <a:pt x="768532" y="212182"/>
                    <a:pt x="768532" y="98913"/>
                    <a:pt x="723942" y="0"/>
                  </a:cubicBezTo>
                  <a:cubicBezTo>
                    <a:pt x="610926" y="4158"/>
                    <a:pt x="496815" y="6254"/>
                    <a:pt x="381539" y="630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95F16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6534091" y="1192932"/>
              <a:ext cx="412472" cy="356800"/>
            </a:xfrm>
            <a:custGeom>
              <a:rect b="b" l="l" r="r" t="t"/>
              <a:pathLst>
                <a:path extrusionOk="0" h="356800" w="412472">
                  <a:moveTo>
                    <a:pt x="347334" y="137"/>
                  </a:moveTo>
                  <a:cubicBezTo>
                    <a:pt x="301669" y="774"/>
                    <a:pt x="255620" y="1116"/>
                    <a:pt x="209181" y="1164"/>
                  </a:cubicBezTo>
                  <a:cubicBezTo>
                    <a:pt x="161098" y="1164"/>
                    <a:pt x="113152" y="774"/>
                    <a:pt x="65343" y="0"/>
                  </a:cubicBezTo>
                  <a:cubicBezTo>
                    <a:pt x="63699" y="1575"/>
                    <a:pt x="62055" y="3082"/>
                    <a:pt x="60411" y="4726"/>
                  </a:cubicBezTo>
                  <a:cubicBezTo>
                    <a:pt x="-20131" y="85262"/>
                    <a:pt x="-20138" y="215846"/>
                    <a:pt x="60398" y="296389"/>
                  </a:cubicBezTo>
                  <a:cubicBezTo>
                    <a:pt x="140933" y="376931"/>
                    <a:pt x="271518" y="376938"/>
                    <a:pt x="352060" y="296403"/>
                  </a:cubicBezTo>
                  <a:cubicBezTo>
                    <a:pt x="432610" y="215867"/>
                    <a:pt x="432610" y="85282"/>
                    <a:pt x="352060" y="4740"/>
                  </a:cubicBezTo>
                  <a:cubicBezTo>
                    <a:pt x="352060" y="4733"/>
                    <a:pt x="352060" y="4733"/>
                    <a:pt x="352060" y="47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20"/>
          <p:cNvSpPr/>
          <p:nvPr/>
        </p:nvSpPr>
        <p:spPr>
          <a:xfrm rot="10800000">
            <a:off x="5897526" y="1501911"/>
            <a:ext cx="1388149" cy="1028739"/>
          </a:xfrm>
          <a:custGeom>
            <a:rect b="b" l="l" r="r" t="t"/>
            <a:pathLst>
              <a:path extrusionOk="0" h="1404422" w="1256243">
                <a:moveTo>
                  <a:pt x="136989" y="466050"/>
                </a:moveTo>
                <a:cubicBezTo>
                  <a:pt x="136989" y="466050"/>
                  <a:pt x="267128" y="-13411"/>
                  <a:pt x="705492" y="288"/>
                </a:cubicBezTo>
                <a:cubicBezTo>
                  <a:pt x="1198652" y="15699"/>
                  <a:pt x="1243790" y="411254"/>
                  <a:pt x="1253447" y="589340"/>
                </a:cubicBezTo>
                <a:cubicBezTo>
                  <a:pt x="1267146" y="842769"/>
                  <a:pt x="1239748" y="1020854"/>
                  <a:pt x="958921" y="1150994"/>
                </a:cubicBezTo>
                <a:cubicBezTo>
                  <a:pt x="958921" y="1150994"/>
                  <a:pt x="1137007" y="911263"/>
                  <a:pt x="1013717" y="719479"/>
                </a:cubicBezTo>
                <a:cubicBezTo>
                  <a:pt x="1013717" y="719479"/>
                  <a:pt x="965771" y="1301681"/>
                  <a:pt x="404117" y="1404423"/>
                </a:cubicBezTo>
                <a:cubicBezTo>
                  <a:pt x="404117" y="1404423"/>
                  <a:pt x="657546" y="1157843"/>
                  <a:pt x="506858" y="801672"/>
                </a:cubicBezTo>
                <a:cubicBezTo>
                  <a:pt x="506858" y="801672"/>
                  <a:pt x="520557" y="1144144"/>
                  <a:pt x="123290" y="1130445"/>
                </a:cubicBezTo>
                <a:cubicBezTo>
                  <a:pt x="123290" y="1130445"/>
                  <a:pt x="363020" y="993457"/>
                  <a:pt x="294526" y="746877"/>
                </a:cubicBezTo>
                <a:cubicBezTo>
                  <a:pt x="253429" y="842769"/>
                  <a:pt x="157537" y="904414"/>
                  <a:pt x="0" y="870167"/>
                </a:cubicBezTo>
                <a:cubicBezTo>
                  <a:pt x="116440" y="801672"/>
                  <a:pt x="116440" y="561942"/>
                  <a:pt x="136989" y="466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65000">
                <a:schemeClr val="accent6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28575" rotWithShape="0" algn="bl" dir="5400000" dist="38100">
              <a:schemeClr val="dk1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97;p20"/>
          <p:cNvGrpSpPr/>
          <p:nvPr/>
        </p:nvGrpSpPr>
        <p:grpSpPr>
          <a:xfrm>
            <a:off x="5913493" y="2173056"/>
            <a:ext cx="1286011" cy="756474"/>
            <a:chOff x="5682925" y="1139232"/>
            <a:chExt cx="2115150" cy="1244200"/>
          </a:xfrm>
        </p:grpSpPr>
        <p:sp>
          <p:nvSpPr>
            <p:cNvPr id="298" name="Google Shape;298;p20"/>
            <p:cNvSpPr/>
            <p:nvPr/>
          </p:nvSpPr>
          <p:spPr>
            <a:xfrm>
              <a:off x="5682925" y="1139232"/>
              <a:ext cx="2115150" cy="1244200"/>
            </a:xfrm>
            <a:custGeom>
              <a:rect b="b" l="l" r="r" t="t"/>
              <a:pathLst>
                <a:path extrusionOk="0" h="1244200" w="2115150">
                  <a:moveTo>
                    <a:pt x="2078447" y="0"/>
                  </a:moveTo>
                  <a:cubicBezTo>
                    <a:pt x="1740359" y="36747"/>
                    <a:pt x="1400490" y="55042"/>
                    <a:pt x="1060347" y="54796"/>
                  </a:cubicBezTo>
                  <a:cubicBezTo>
                    <a:pt x="721937" y="54987"/>
                    <a:pt x="383766" y="36857"/>
                    <a:pt x="47315" y="479"/>
                  </a:cubicBezTo>
                  <a:cubicBezTo>
                    <a:pt x="12629" y="108125"/>
                    <a:pt x="-3193" y="220949"/>
                    <a:pt x="533" y="333979"/>
                  </a:cubicBezTo>
                  <a:cubicBezTo>
                    <a:pt x="10122" y="583435"/>
                    <a:pt x="126700" y="814261"/>
                    <a:pt x="328758" y="983922"/>
                  </a:cubicBezTo>
                  <a:cubicBezTo>
                    <a:pt x="528967" y="1151939"/>
                    <a:pt x="797260" y="1244200"/>
                    <a:pt x="1084251" y="1244200"/>
                  </a:cubicBezTo>
                  <a:cubicBezTo>
                    <a:pt x="1241583" y="1243755"/>
                    <a:pt x="1396791" y="1207816"/>
                    <a:pt x="1538301" y="1139062"/>
                  </a:cubicBezTo>
                  <a:cubicBezTo>
                    <a:pt x="1675015" y="1072485"/>
                    <a:pt x="1795908" y="977490"/>
                    <a:pt x="1892896" y="860426"/>
                  </a:cubicBezTo>
                  <a:cubicBezTo>
                    <a:pt x="1979884" y="756020"/>
                    <a:pt x="2043995" y="634518"/>
                    <a:pt x="2081119" y="503776"/>
                  </a:cubicBezTo>
                  <a:cubicBezTo>
                    <a:pt x="2119613" y="367986"/>
                    <a:pt x="2125572" y="225018"/>
                    <a:pt x="2098380" y="86508"/>
                  </a:cubicBezTo>
                  <a:cubicBezTo>
                    <a:pt x="2092625" y="56850"/>
                    <a:pt x="2085913" y="28220"/>
                    <a:pt x="2078447" y="0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5805876" y="1150739"/>
              <a:ext cx="1869223" cy="1060909"/>
            </a:xfrm>
            <a:custGeom>
              <a:rect b="b" l="l" r="r" t="t"/>
              <a:pathLst>
                <a:path extrusionOk="0" h="1060909" w="1869223">
                  <a:moveTo>
                    <a:pt x="1844056" y="0"/>
                  </a:moveTo>
                  <a:cubicBezTo>
                    <a:pt x="1550899" y="28425"/>
                    <a:pt x="1247744" y="43357"/>
                    <a:pt x="937395" y="43357"/>
                  </a:cubicBezTo>
                  <a:cubicBezTo>
                    <a:pt x="628349" y="43357"/>
                    <a:pt x="326357" y="28494"/>
                    <a:pt x="34297" y="342"/>
                  </a:cubicBezTo>
                  <a:cubicBezTo>
                    <a:pt x="8913" y="87399"/>
                    <a:pt x="-2512" y="177935"/>
                    <a:pt x="461" y="268566"/>
                  </a:cubicBezTo>
                  <a:cubicBezTo>
                    <a:pt x="17310" y="706930"/>
                    <a:pt x="421907" y="1060909"/>
                    <a:pt x="961368" y="1060909"/>
                  </a:cubicBezTo>
                  <a:cubicBezTo>
                    <a:pt x="1500830" y="1060909"/>
                    <a:pt x="1957003" y="575353"/>
                    <a:pt x="1854809" y="49453"/>
                  </a:cubicBezTo>
                  <a:cubicBezTo>
                    <a:pt x="1851795" y="32740"/>
                    <a:pt x="1847892" y="16233"/>
                    <a:pt x="18440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5805767" y="1299235"/>
              <a:ext cx="1869273" cy="912413"/>
            </a:xfrm>
            <a:custGeom>
              <a:rect b="b" l="l" r="r" t="t"/>
              <a:pathLst>
                <a:path extrusionOk="0" h="912413" w="1869273">
                  <a:moveTo>
                    <a:pt x="963190" y="603915"/>
                  </a:moveTo>
                  <a:cubicBezTo>
                    <a:pt x="507292" y="603915"/>
                    <a:pt x="141942" y="366308"/>
                    <a:pt x="1940" y="34795"/>
                  </a:cubicBezTo>
                  <a:cubicBezTo>
                    <a:pt x="-53" y="63172"/>
                    <a:pt x="-512" y="91639"/>
                    <a:pt x="570" y="120071"/>
                  </a:cubicBezTo>
                  <a:cubicBezTo>
                    <a:pt x="17420" y="558435"/>
                    <a:pt x="422016" y="912414"/>
                    <a:pt x="961478" y="912414"/>
                  </a:cubicBezTo>
                  <a:cubicBezTo>
                    <a:pt x="1466830" y="912414"/>
                    <a:pt x="1899098" y="486242"/>
                    <a:pt x="1867659" y="0"/>
                  </a:cubicBezTo>
                  <a:cubicBezTo>
                    <a:pt x="1728136" y="347404"/>
                    <a:pt x="1367650" y="603915"/>
                    <a:pt x="963190" y="603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6361733" y="1187794"/>
              <a:ext cx="757384" cy="534274"/>
            </a:xfrm>
            <a:custGeom>
              <a:rect b="b" l="l" r="r" t="t"/>
              <a:pathLst>
                <a:path extrusionOk="0" h="534274" w="757384">
                  <a:moveTo>
                    <a:pt x="381539" y="6301"/>
                  </a:moveTo>
                  <a:cubicBezTo>
                    <a:pt x="264503" y="6301"/>
                    <a:pt x="148500" y="4199"/>
                    <a:pt x="33519" y="0"/>
                  </a:cubicBezTo>
                  <a:cubicBezTo>
                    <a:pt x="-52387" y="190654"/>
                    <a:pt x="32526" y="414850"/>
                    <a:pt x="223186" y="500756"/>
                  </a:cubicBezTo>
                  <a:cubicBezTo>
                    <a:pt x="413841" y="586661"/>
                    <a:pt x="638050" y="501749"/>
                    <a:pt x="723942" y="311095"/>
                  </a:cubicBezTo>
                  <a:cubicBezTo>
                    <a:pt x="768532" y="212182"/>
                    <a:pt x="768532" y="98913"/>
                    <a:pt x="723942" y="0"/>
                  </a:cubicBezTo>
                  <a:cubicBezTo>
                    <a:pt x="610926" y="4158"/>
                    <a:pt x="496815" y="6254"/>
                    <a:pt x="381539" y="630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95F16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6534091" y="1192932"/>
              <a:ext cx="412472" cy="356800"/>
            </a:xfrm>
            <a:custGeom>
              <a:rect b="b" l="l" r="r" t="t"/>
              <a:pathLst>
                <a:path extrusionOk="0" h="356800" w="412472">
                  <a:moveTo>
                    <a:pt x="347334" y="137"/>
                  </a:moveTo>
                  <a:cubicBezTo>
                    <a:pt x="301669" y="774"/>
                    <a:pt x="255620" y="1116"/>
                    <a:pt x="209181" y="1164"/>
                  </a:cubicBezTo>
                  <a:cubicBezTo>
                    <a:pt x="161098" y="1164"/>
                    <a:pt x="113152" y="774"/>
                    <a:pt x="65343" y="0"/>
                  </a:cubicBezTo>
                  <a:cubicBezTo>
                    <a:pt x="63699" y="1575"/>
                    <a:pt x="62055" y="3082"/>
                    <a:pt x="60411" y="4726"/>
                  </a:cubicBezTo>
                  <a:cubicBezTo>
                    <a:pt x="-20131" y="85262"/>
                    <a:pt x="-20138" y="215846"/>
                    <a:pt x="60398" y="296389"/>
                  </a:cubicBezTo>
                  <a:cubicBezTo>
                    <a:pt x="140933" y="376931"/>
                    <a:pt x="271518" y="376938"/>
                    <a:pt x="352060" y="296403"/>
                  </a:cubicBezTo>
                  <a:cubicBezTo>
                    <a:pt x="432610" y="215867"/>
                    <a:pt x="432610" y="85282"/>
                    <a:pt x="352060" y="4740"/>
                  </a:cubicBezTo>
                  <a:cubicBezTo>
                    <a:pt x="352060" y="4733"/>
                    <a:pt x="352060" y="4733"/>
                    <a:pt x="352060" y="47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3" name="Google Shape;303;p20"/>
          <p:cNvPicPr preferRelativeResize="0"/>
          <p:nvPr/>
        </p:nvPicPr>
        <p:blipFill rotWithShape="1">
          <a:blip r:embed="rId3">
            <a:alphaModFix/>
          </a:blip>
          <a:srcRect b="71013" l="0" r="48464" t="20384"/>
          <a:stretch/>
        </p:blipFill>
        <p:spPr>
          <a:xfrm>
            <a:off x="855300" y="3375725"/>
            <a:ext cx="4415702" cy="81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1"/>
            </a:gs>
            <a:gs pos="100000">
              <a:srgbClr val="BBFF45"/>
            </a:gs>
          </a:gsLst>
          <a:lin ang="0" scaled="0"/>
        </a:gra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1"/>
          <p:cNvSpPr txBox="1"/>
          <p:nvPr>
            <p:ph type="title"/>
          </p:nvPr>
        </p:nvSpPr>
        <p:spPr>
          <a:xfrm>
            <a:off x="855300" y="291500"/>
            <a:ext cx="4693500" cy="1163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And finally, if the computer didn’t choose 1 or 2 then it must have chosen 3.</a:t>
            </a:r>
            <a:endParaRPr sz="2800"/>
          </a:p>
        </p:txBody>
      </p:sp>
      <p:sp>
        <p:nvSpPr>
          <p:cNvPr id="309" name="Google Shape;309;p21"/>
          <p:cNvSpPr txBox="1"/>
          <p:nvPr>
            <p:ph idx="1" type="body"/>
          </p:nvPr>
        </p:nvSpPr>
        <p:spPr>
          <a:xfrm>
            <a:off x="855300" y="1607925"/>
            <a:ext cx="4693500" cy="25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➜"/>
            </a:pPr>
            <a:r>
              <a:rPr lang="en" sz="1800"/>
              <a:t>This time we can just use </a:t>
            </a:r>
            <a:r>
              <a:rPr lang="en" sz="1800">
                <a:solidFill>
                  <a:srgbClr val="FFFFFF"/>
                </a:solidFill>
                <a:highlight>
                  <a:srgbClr val="000000"/>
                </a:highlight>
              </a:rPr>
              <a:t>else</a:t>
            </a:r>
            <a:r>
              <a:rPr lang="en" sz="1800"/>
              <a:t> which means otherwise.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➜"/>
            </a:pPr>
            <a:r>
              <a:rPr lang="en" sz="1800"/>
              <a:t>Let’s </a:t>
            </a:r>
            <a:r>
              <a:rPr lang="en" sz="1800">
                <a:solidFill>
                  <a:srgbClr val="FFFFFF"/>
                </a:solidFill>
                <a:highlight>
                  <a:srgbClr val="000000"/>
                </a:highlight>
              </a:rPr>
              <a:t>print</a:t>
            </a:r>
            <a:r>
              <a:rPr lang="en" sz="1800"/>
              <a:t> </a:t>
            </a:r>
            <a:r>
              <a:rPr lang="en" sz="1800">
                <a:solidFill>
                  <a:srgbClr val="FFFFFF"/>
                </a:solidFill>
                <a:highlight>
                  <a:srgbClr val="000000"/>
                </a:highlight>
              </a:rPr>
              <a:t>computer</a:t>
            </a:r>
            <a:r>
              <a:rPr lang="en" sz="1800"/>
              <a:t> and </a:t>
            </a:r>
            <a:r>
              <a:rPr lang="en" sz="1800">
                <a:solidFill>
                  <a:srgbClr val="FFFFFF"/>
                </a:solidFill>
                <a:highlight>
                  <a:srgbClr val="000000"/>
                </a:highlight>
              </a:rPr>
              <a:t>Run</a:t>
            </a:r>
            <a:r>
              <a:rPr lang="en" sz="1800"/>
              <a:t> to make sure our random number is correct.</a:t>
            </a:r>
            <a:endParaRPr sz="1800"/>
          </a:p>
        </p:txBody>
      </p:sp>
      <p:sp>
        <p:nvSpPr>
          <p:cNvPr id="310" name="Google Shape;310;p21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1" name="Google Shape;311;p21"/>
          <p:cNvGrpSpPr/>
          <p:nvPr/>
        </p:nvGrpSpPr>
        <p:grpSpPr>
          <a:xfrm flipH="1" rot="9764460">
            <a:off x="7337488" y="2850726"/>
            <a:ext cx="1162964" cy="586459"/>
            <a:chOff x="7096674" y="3381214"/>
            <a:chExt cx="1162931" cy="586442"/>
          </a:xfrm>
        </p:grpSpPr>
        <p:sp>
          <p:nvSpPr>
            <p:cNvPr id="312" name="Google Shape;312;p21"/>
            <p:cNvSpPr/>
            <p:nvPr/>
          </p:nvSpPr>
          <p:spPr>
            <a:xfrm>
              <a:off x="7096674" y="3381214"/>
              <a:ext cx="1162931" cy="456384"/>
            </a:xfrm>
            <a:custGeom>
              <a:rect b="b" l="l" r="r" t="t"/>
              <a:pathLst>
                <a:path extrusionOk="0" h="532226" w="1356188">
                  <a:moveTo>
                    <a:pt x="0" y="103246"/>
                  </a:moveTo>
                  <a:cubicBezTo>
                    <a:pt x="58220" y="74410"/>
                    <a:pt x="120481" y="54752"/>
                    <a:pt x="183428" y="37971"/>
                  </a:cubicBezTo>
                  <a:cubicBezTo>
                    <a:pt x="246923" y="21943"/>
                    <a:pt x="311512" y="10902"/>
                    <a:pt x="376719" y="4956"/>
                  </a:cubicBezTo>
                  <a:cubicBezTo>
                    <a:pt x="507270" y="-6619"/>
                    <a:pt x="641656" y="1326"/>
                    <a:pt x="770288" y="36806"/>
                  </a:cubicBezTo>
                  <a:cubicBezTo>
                    <a:pt x="899742" y="71074"/>
                    <a:pt x="1020019" y="133554"/>
                    <a:pt x="1122486" y="219755"/>
                  </a:cubicBezTo>
                  <a:cubicBezTo>
                    <a:pt x="1172898" y="262454"/>
                    <a:pt x="1218241" y="310859"/>
                    <a:pt x="1257488" y="364004"/>
                  </a:cubicBezTo>
                  <a:cubicBezTo>
                    <a:pt x="1296462" y="416286"/>
                    <a:pt x="1329544" y="472704"/>
                    <a:pt x="1356189" y="532226"/>
                  </a:cubicBezTo>
                  <a:cubicBezTo>
                    <a:pt x="1273996" y="432430"/>
                    <a:pt x="1184953" y="341949"/>
                    <a:pt x="1082623" y="271468"/>
                  </a:cubicBezTo>
                  <a:cubicBezTo>
                    <a:pt x="981045" y="201035"/>
                    <a:pt x="867961" y="148753"/>
                    <a:pt x="748507" y="116945"/>
                  </a:cubicBezTo>
                  <a:cubicBezTo>
                    <a:pt x="629601" y="83999"/>
                    <a:pt x="505009" y="70848"/>
                    <a:pt x="379528" y="69958"/>
                  </a:cubicBezTo>
                  <a:cubicBezTo>
                    <a:pt x="252265" y="69608"/>
                    <a:pt x="125276" y="80752"/>
                    <a:pt x="0" y="103246"/>
                  </a:cubicBez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  <a:effectLst>
              <a:outerShdw blurRad="28575" rotWithShape="0" algn="bl" dir="5400000" dist="38100">
                <a:schemeClr val="dk1">
                  <a:alpha val="2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7858006" y="3522342"/>
              <a:ext cx="276200" cy="445315"/>
            </a:xfrm>
            <a:custGeom>
              <a:rect b="b" l="l" r="r" t="t"/>
              <a:pathLst>
                <a:path extrusionOk="0" h="589821" w="365828">
                  <a:moveTo>
                    <a:pt x="195620" y="107057"/>
                  </a:moveTo>
                  <a:cubicBezTo>
                    <a:pt x="134386" y="64583"/>
                    <a:pt x="68769" y="28699"/>
                    <a:pt x="0" y="0"/>
                  </a:cubicBezTo>
                  <a:cubicBezTo>
                    <a:pt x="6849" y="201922"/>
                    <a:pt x="38288" y="569188"/>
                    <a:pt x="178085" y="589052"/>
                  </a:cubicBezTo>
                  <a:cubicBezTo>
                    <a:pt x="272677" y="602751"/>
                    <a:pt x="330965" y="431515"/>
                    <a:pt x="365829" y="252744"/>
                  </a:cubicBezTo>
                  <a:cubicBezTo>
                    <a:pt x="313909" y="198826"/>
                    <a:pt x="256923" y="150037"/>
                    <a:pt x="195620" y="107057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14288" rotWithShape="0" algn="bl" dir="16200000" dist="2857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" name="Google Shape;314;p21"/>
          <p:cNvGrpSpPr/>
          <p:nvPr/>
        </p:nvGrpSpPr>
        <p:grpSpPr>
          <a:xfrm>
            <a:off x="5840966" y="2214521"/>
            <a:ext cx="1065613" cy="626828"/>
            <a:chOff x="5682925" y="1139232"/>
            <a:chExt cx="2115150" cy="1244200"/>
          </a:xfrm>
        </p:grpSpPr>
        <p:sp>
          <p:nvSpPr>
            <p:cNvPr id="315" name="Google Shape;315;p21"/>
            <p:cNvSpPr/>
            <p:nvPr/>
          </p:nvSpPr>
          <p:spPr>
            <a:xfrm>
              <a:off x="5682925" y="1139232"/>
              <a:ext cx="2115150" cy="1244200"/>
            </a:xfrm>
            <a:custGeom>
              <a:rect b="b" l="l" r="r" t="t"/>
              <a:pathLst>
                <a:path extrusionOk="0" h="1244200" w="2115150">
                  <a:moveTo>
                    <a:pt x="2078447" y="0"/>
                  </a:moveTo>
                  <a:cubicBezTo>
                    <a:pt x="1740359" y="36747"/>
                    <a:pt x="1400490" y="55042"/>
                    <a:pt x="1060347" y="54796"/>
                  </a:cubicBezTo>
                  <a:cubicBezTo>
                    <a:pt x="721937" y="54987"/>
                    <a:pt x="383766" y="36857"/>
                    <a:pt x="47315" y="479"/>
                  </a:cubicBezTo>
                  <a:cubicBezTo>
                    <a:pt x="12629" y="108125"/>
                    <a:pt x="-3193" y="220949"/>
                    <a:pt x="533" y="333979"/>
                  </a:cubicBezTo>
                  <a:cubicBezTo>
                    <a:pt x="10122" y="583435"/>
                    <a:pt x="126700" y="814261"/>
                    <a:pt x="328758" y="983922"/>
                  </a:cubicBezTo>
                  <a:cubicBezTo>
                    <a:pt x="528967" y="1151939"/>
                    <a:pt x="797260" y="1244200"/>
                    <a:pt x="1084251" y="1244200"/>
                  </a:cubicBezTo>
                  <a:cubicBezTo>
                    <a:pt x="1241583" y="1243755"/>
                    <a:pt x="1396791" y="1207816"/>
                    <a:pt x="1538301" y="1139062"/>
                  </a:cubicBezTo>
                  <a:cubicBezTo>
                    <a:pt x="1675015" y="1072485"/>
                    <a:pt x="1795908" y="977490"/>
                    <a:pt x="1892896" y="860426"/>
                  </a:cubicBezTo>
                  <a:cubicBezTo>
                    <a:pt x="1979884" y="756020"/>
                    <a:pt x="2043995" y="634518"/>
                    <a:pt x="2081119" y="503776"/>
                  </a:cubicBezTo>
                  <a:cubicBezTo>
                    <a:pt x="2119613" y="367986"/>
                    <a:pt x="2125572" y="225018"/>
                    <a:pt x="2098380" y="86508"/>
                  </a:cubicBezTo>
                  <a:cubicBezTo>
                    <a:pt x="2092625" y="56850"/>
                    <a:pt x="2085913" y="28220"/>
                    <a:pt x="2078447" y="0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1"/>
            <p:cNvSpPr/>
            <p:nvPr/>
          </p:nvSpPr>
          <p:spPr>
            <a:xfrm>
              <a:off x="5805876" y="1150739"/>
              <a:ext cx="1869223" cy="1060909"/>
            </a:xfrm>
            <a:custGeom>
              <a:rect b="b" l="l" r="r" t="t"/>
              <a:pathLst>
                <a:path extrusionOk="0" h="1060909" w="1869223">
                  <a:moveTo>
                    <a:pt x="1844056" y="0"/>
                  </a:moveTo>
                  <a:cubicBezTo>
                    <a:pt x="1550899" y="28425"/>
                    <a:pt x="1247744" y="43357"/>
                    <a:pt x="937395" y="43357"/>
                  </a:cubicBezTo>
                  <a:cubicBezTo>
                    <a:pt x="628349" y="43357"/>
                    <a:pt x="326357" y="28494"/>
                    <a:pt x="34297" y="342"/>
                  </a:cubicBezTo>
                  <a:cubicBezTo>
                    <a:pt x="8913" y="87399"/>
                    <a:pt x="-2512" y="177935"/>
                    <a:pt x="461" y="268566"/>
                  </a:cubicBezTo>
                  <a:cubicBezTo>
                    <a:pt x="17310" y="706930"/>
                    <a:pt x="421907" y="1060909"/>
                    <a:pt x="961368" y="1060909"/>
                  </a:cubicBezTo>
                  <a:cubicBezTo>
                    <a:pt x="1500830" y="1060909"/>
                    <a:pt x="1957003" y="575353"/>
                    <a:pt x="1854809" y="49453"/>
                  </a:cubicBezTo>
                  <a:cubicBezTo>
                    <a:pt x="1851795" y="32740"/>
                    <a:pt x="1847892" y="16233"/>
                    <a:pt x="18440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5805767" y="1299235"/>
              <a:ext cx="1869273" cy="912413"/>
            </a:xfrm>
            <a:custGeom>
              <a:rect b="b" l="l" r="r" t="t"/>
              <a:pathLst>
                <a:path extrusionOk="0" h="912413" w="1869273">
                  <a:moveTo>
                    <a:pt x="963190" y="603915"/>
                  </a:moveTo>
                  <a:cubicBezTo>
                    <a:pt x="507292" y="603915"/>
                    <a:pt x="141942" y="366308"/>
                    <a:pt x="1940" y="34795"/>
                  </a:cubicBezTo>
                  <a:cubicBezTo>
                    <a:pt x="-53" y="63172"/>
                    <a:pt x="-512" y="91639"/>
                    <a:pt x="570" y="120071"/>
                  </a:cubicBezTo>
                  <a:cubicBezTo>
                    <a:pt x="17420" y="558435"/>
                    <a:pt x="422016" y="912414"/>
                    <a:pt x="961478" y="912414"/>
                  </a:cubicBezTo>
                  <a:cubicBezTo>
                    <a:pt x="1466830" y="912414"/>
                    <a:pt x="1899098" y="486242"/>
                    <a:pt x="1867659" y="0"/>
                  </a:cubicBezTo>
                  <a:cubicBezTo>
                    <a:pt x="1728136" y="347404"/>
                    <a:pt x="1367650" y="603915"/>
                    <a:pt x="963190" y="603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6361733" y="1187794"/>
              <a:ext cx="757384" cy="534274"/>
            </a:xfrm>
            <a:custGeom>
              <a:rect b="b" l="l" r="r" t="t"/>
              <a:pathLst>
                <a:path extrusionOk="0" h="534274" w="757384">
                  <a:moveTo>
                    <a:pt x="381539" y="6301"/>
                  </a:moveTo>
                  <a:cubicBezTo>
                    <a:pt x="264503" y="6301"/>
                    <a:pt x="148500" y="4199"/>
                    <a:pt x="33519" y="0"/>
                  </a:cubicBezTo>
                  <a:cubicBezTo>
                    <a:pt x="-52387" y="190654"/>
                    <a:pt x="32526" y="414850"/>
                    <a:pt x="223186" y="500756"/>
                  </a:cubicBezTo>
                  <a:cubicBezTo>
                    <a:pt x="413841" y="586661"/>
                    <a:pt x="638050" y="501749"/>
                    <a:pt x="723942" y="311095"/>
                  </a:cubicBezTo>
                  <a:cubicBezTo>
                    <a:pt x="768532" y="212182"/>
                    <a:pt x="768532" y="98913"/>
                    <a:pt x="723942" y="0"/>
                  </a:cubicBezTo>
                  <a:cubicBezTo>
                    <a:pt x="610926" y="4158"/>
                    <a:pt x="496815" y="6254"/>
                    <a:pt x="381539" y="630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6534091" y="1192932"/>
              <a:ext cx="412472" cy="356800"/>
            </a:xfrm>
            <a:custGeom>
              <a:rect b="b" l="l" r="r" t="t"/>
              <a:pathLst>
                <a:path extrusionOk="0" h="356800" w="412472">
                  <a:moveTo>
                    <a:pt x="347334" y="137"/>
                  </a:moveTo>
                  <a:cubicBezTo>
                    <a:pt x="301669" y="774"/>
                    <a:pt x="255620" y="1116"/>
                    <a:pt x="209181" y="1164"/>
                  </a:cubicBezTo>
                  <a:cubicBezTo>
                    <a:pt x="161098" y="1164"/>
                    <a:pt x="113152" y="774"/>
                    <a:pt x="65343" y="0"/>
                  </a:cubicBezTo>
                  <a:cubicBezTo>
                    <a:pt x="63699" y="1575"/>
                    <a:pt x="62055" y="3082"/>
                    <a:pt x="60411" y="4726"/>
                  </a:cubicBezTo>
                  <a:cubicBezTo>
                    <a:pt x="-20131" y="85262"/>
                    <a:pt x="-20138" y="215846"/>
                    <a:pt x="60398" y="296389"/>
                  </a:cubicBezTo>
                  <a:cubicBezTo>
                    <a:pt x="140933" y="376931"/>
                    <a:pt x="271518" y="376938"/>
                    <a:pt x="352060" y="296403"/>
                  </a:cubicBezTo>
                  <a:cubicBezTo>
                    <a:pt x="432610" y="215867"/>
                    <a:pt x="432610" y="85282"/>
                    <a:pt x="352060" y="4740"/>
                  </a:cubicBezTo>
                  <a:cubicBezTo>
                    <a:pt x="352060" y="4733"/>
                    <a:pt x="352060" y="4733"/>
                    <a:pt x="352060" y="47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p21"/>
          <p:cNvSpPr/>
          <p:nvPr/>
        </p:nvSpPr>
        <p:spPr>
          <a:xfrm rot="-368563">
            <a:off x="7131247" y="1614642"/>
            <a:ext cx="1290357" cy="477664"/>
          </a:xfrm>
          <a:custGeom>
            <a:rect b="b" l="l" r="r" t="t"/>
            <a:pathLst>
              <a:path extrusionOk="0" h="851877" w="2301252">
                <a:moveTo>
                  <a:pt x="9833" y="801529"/>
                </a:moveTo>
                <a:cubicBezTo>
                  <a:pt x="9833" y="801529"/>
                  <a:pt x="156479" y="507003"/>
                  <a:pt x="492924" y="317205"/>
                </a:cubicBezTo>
                <a:cubicBezTo>
                  <a:pt x="1075126" y="-11568"/>
                  <a:pt x="1738768" y="-119035"/>
                  <a:pt x="1353487" y="159668"/>
                </a:cubicBezTo>
                <a:cubicBezTo>
                  <a:pt x="1353487" y="159668"/>
                  <a:pt x="2116241" y="8981"/>
                  <a:pt x="2136789" y="255560"/>
                </a:cubicBezTo>
                <a:cubicBezTo>
                  <a:pt x="2147200" y="380083"/>
                  <a:pt x="1774591" y="392549"/>
                  <a:pt x="1774591" y="392549"/>
                </a:cubicBezTo>
                <a:cubicBezTo>
                  <a:pt x="1774591" y="392549"/>
                  <a:pt x="2292066" y="471044"/>
                  <a:pt x="2301176" y="735021"/>
                </a:cubicBezTo>
                <a:cubicBezTo>
                  <a:pt x="2308025" y="933655"/>
                  <a:pt x="1855962" y="515839"/>
                  <a:pt x="890191" y="673376"/>
                </a:cubicBezTo>
                <a:cubicBezTo>
                  <a:pt x="495184" y="737829"/>
                  <a:pt x="285180" y="778036"/>
                  <a:pt x="41957" y="848174"/>
                </a:cubicBezTo>
                <a:cubicBezTo>
                  <a:pt x="-27017" y="868037"/>
                  <a:pt x="9833" y="801529"/>
                  <a:pt x="9833" y="801529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2857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1" name="Google Shape;321;p21"/>
          <p:cNvGrpSpPr/>
          <p:nvPr/>
        </p:nvGrpSpPr>
        <p:grpSpPr>
          <a:xfrm>
            <a:off x="7283691" y="2214521"/>
            <a:ext cx="1065613" cy="626828"/>
            <a:chOff x="5682925" y="1139232"/>
            <a:chExt cx="2115150" cy="1244200"/>
          </a:xfrm>
        </p:grpSpPr>
        <p:sp>
          <p:nvSpPr>
            <p:cNvPr id="322" name="Google Shape;322;p21"/>
            <p:cNvSpPr/>
            <p:nvPr/>
          </p:nvSpPr>
          <p:spPr>
            <a:xfrm>
              <a:off x="5682925" y="1139232"/>
              <a:ext cx="2115150" cy="1244200"/>
            </a:xfrm>
            <a:custGeom>
              <a:rect b="b" l="l" r="r" t="t"/>
              <a:pathLst>
                <a:path extrusionOk="0" h="1244200" w="2115150">
                  <a:moveTo>
                    <a:pt x="2078447" y="0"/>
                  </a:moveTo>
                  <a:cubicBezTo>
                    <a:pt x="1740359" y="36747"/>
                    <a:pt x="1400490" y="55042"/>
                    <a:pt x="1060347" y="54796"/>
                  </a:cubicBezTo>
                  <a:cubicBezTo>
                    <a:pt x="721937" y="54987"/>
                    <a:pt x="383766" y="36857"/>
                    <a:pt x="47315" y="479"/>
                  </a:cubicBezTo>
                  <a:cubicBezTo>
                    <a:pt x="12629" y="108125"/>
                    <a:pt x="-3193" y="220949"/>
                    <a:pt x="533" y="333979"/>
                  </a:cubicBezTo>
                  <a:cubicBezTo>
                    <a:pt x="10122" y="583435"/>
                    <a:pt x="126700" y="814261"/>
                    <a:pt x="328758" y="983922"/>
                  </a:cubicBezTo>
                  <a:cubicBezTo>
                    <a:pt x="528967" y="1151939"/>
                    <a:pt x="797260" y="1244200"/>
                    <a:pt x="1084251" y="1244200"/>
                  </a:cubicBezTo>
                  <a:cubicBezTo>
                    <a:pt x="1241583" y="1243755"/>
                    <a:pt x="1396791" y="1207816"/>
                    <a:pt x="1538301" y="1139062"/>
                  </a:cubicBezTo>
                  <a:cubicBezTo>
                    <a:pt x="1675015" y="1072485"/>
                    <a:pt x="1795908" y="977490"/>
                    <a:pt x="1892896" y="860426"/>
                  </a:cubicBezTo>
                  <a:cubicBezTo>
                    <a:pt x="1979884" y="756020"/>
                    <a:pt x="2043995" y="634518"/>
                    <a:pt x="2081119" y="503776"/>
                  </a:cubicBezTo>
                  <a:cubicBezTo>
                    <a:pt x="2119613" y="367986"/>
                    <a:pt x="2125572" y="225018"/>
                    <a:pt x="2098380" y="86508"/>
                  </a:cubicBezTo>
                  <a:cubicBezTo>
                    <a:pt x="2092625" y="56850"/>
                    <a:pt x="2085913" y="28220"/>
                    <a:pt x="2078447" y="0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5805876" y="1150739"/>
              <a:ext cx="1869223" cy="1060909"/>
            </a:xfrm>
            <a:custGeom>
              <a:rect b="b" l="l" r="r" t="t"/>
              <a:pathLst>
                <a:path extrusionOk="0" h="1060909" w="1869223">
                  <a:moveTo>
                    <a:pt x="1844056" y="0"/>
                  </a:moveTo>
                  <a:cubicBezTo>
                    <a:pt x="1550899" y="28425"/>
                    <a:pt x="1247744" y="43357"/>
                    <a:pt x="937395" y="43357"/>
                  </a:cubicBezTo>
                  <a:cubicBezTo>
                    <a:pt x="628349" y="43357"/>
                    <a:pt x="326357" y="28494"/>
                    <a:pt x="34297" y="342"/>
                  </a:cubicBezTo>
                  <a:cubicBezTo>
                    <a:pt x="8913" y="87399"/>
                    <a:pt x="-2512" y="177935"/>
                    <a:pt x="461" y="268566"/>
                  </a:cubicBezTo>
                  <a:cubicBezTo>
                    <a:pt x="17310" y="706930"/>
                    <a:pt x="421907" y="1060909"/>
                    <a:pt x="961368" y="1060909"/>
                  </a:cubicBezTo>
                  <a:cubicBezTo>
                    <a:pt x="1500830" y="1060909"/>
                    <a:pt x="1957003" y="575353"/>
                    <a:pt x="1854809" y="49453"/>
                  </a:cubicBezTo>
                  <a:cubicBezTo>
                    <a:pt x="1851795" y="32740"/>
                    <a:pt x="1847892" y="16233"/>
                    <a:pt x="18440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5805767" y="1299235"/>
              <a:ext cx="1869273" cy="912413"/>
            </a:xfrm>
            <a:custGeom>
              <a:rect b="b" l="l" r="r" t="t"/>
              <a:pathLst>
                <a:path extrusionOk="0" h="912413" w="1869273">
                  <a:moveTo>
                    <a:pt x="963190" y="603915"/>
                  </a:moveTo>
                  <a:cubicBezTo>
                    <a:pt x="507292" y="603915"/>
                    <a:pt x="141942" y="366308"/>
                    <a:pt x="1940" y="34795"/>
                  </a:cubicBezTo>
                  <a:cubicBezTo>
                    <a:pt x="-53" y="63172"/>
                    <a:pt x="-512" y="91639"/>
                    <a:pt x="570" y="120071"/>
                  </a:cubicBezTo>
                  <a:cubicBezTo>
                    <a:pt x="17420" y="558435"/>
                    <a:pt x="422016" y="912414"/>
                    <a:pt x="961478" y="912414"/>
                  </a:cubicBezTo>
                  <a:cubicBezTo>
                    <a:pt x="1466830" y="912414"/>
                    <a:pt x="1899098" y="486242"/>
                    <a:pt x="1867659" y="0"/>
                  </a:cubicBezTo>
                  <a:cubicBezTo>
                    <a:pt x="1728136" y="347404"/>
                    <a:pt x="1367650" y="603915"/>
                    <a:pt x="963190" y="603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1"/>
            <p:cNvSpPr/>
            <p:nvPr/>
          </p:nvSpPr>
          <p:spPr>
            <a:xfrm>
              <a:off x="6361733" y="1187794"/>
              <a:ext cx="757384" cy="534274"/>
            </a:xfrm>
            <a:custGeom>
              <a:rect b="b" l="l" r="r" t="t"/>
              <a:pathLst>
                <a:path extrusionOk="0" h="534274" w="757384">
                  <a:moveTo>
                    <a:pt x="381539" y="6301"/>
                  </a:moveTo>
                  <a:cubicBezTo>
                    <a:pt x="264503" y="6301"/>
                    <a:pt x="148500" y="4199"/>
                    <a:pt x="33519" y="0"/>
                  </a:cubicBezTo>
                  <a:cubicBezTo>
                    <a:pt x="-52387" y="190654"/>
                    <a:pt x="32526" y="414850"/>
                    <a:pt x="223186" y="500756"/>
                  </a:cubicBezTo>
                  <a:cubicBezTo>
                    <a:pt x="413841" y="586661"/>
                    <a:pt x="638050" y="501749"/>
                    <a:pt x="723942" y="311095"/>
                  </a:cubicBezTo>
                  <a:cubicBezTo>
                    <a:pt x="768532" y="212182"/>
                    <a:pt x="768532" y="98913"/>
                    <a:pt x="723942" y="0"/>
                  </a:cubicBezTo>
                  <a:cubicBezTo>
                    <a:pt x="610926" y="4158"/>
                    <a:pt x="496815" y="6254"/>
                    <a:pt x="381539" y="630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1"/>
            <p:cNvSpPr/>
            <p:nvPr/>
          </p:nvSpPr>
          <p:spPr>
            <a:xfrm>
              <a:off x="6534091" y="1192932"/>
              <a:ext cx="412472" cy="356800"/>
            </a:xfrm>
            <a:custGeom>
              <a:rect b="b" l="l" r="r" t="t"/>
              <a:pathLst>
                <a:path extrusionOk="0" h="356800" w="412472">
                  <a:moveTo>
                    <a:pt x="347334" y="137"/>
                  </a:moveTo>
                  <a:cubicBezTo>
                    <a:pt x="301669" y="774"/>
                    <a:pt x="255620" y="1116"/>
                    <a:pt x="209181" y="1164"/>
                  </a:cubicBezTo>
                  <a:cubicBezTo>
                    <a:pt x="161098" y="1164"/>
                    <a:pt x="113152" y="774"/>
                    <a:pt x="65343" y="0"/>
                  </a:cubicBezTo>
                  <a:cubicBezTo>
                    <a:pt x="63699" y="1575"/>
                    <a:pt x="62055" y="3082"/>
                    <a:pt x="60411" y="4726"/>
                  </a:cubicBezTo>
                  <a:cubicBezTo>
                    <a:pt x="-20131" y="85262"/>
                    <a:pt x="-20138" y="215846"/>
                    <a:pt x="60398" y="296389"/>
                  </a:cubicBezTo>
                  <a:cubicBezTo>
                    <a:pt x="140933" y="376931"/>
                    <a:pt x="271518" y="376938"/>
                    <a:pt x="352060" y="296403"/>
                  </a:cubicBezTo>
                  <a:cubicBezTo>
                    <a:pt x="432610" y="215867"/>
                    <a:pt x="432610" y="85282"/>
                    <a:pt x="352060" y="4740"/>
                  </a:cubicBezTo>
                  <a:cubicBezTo>
                    <a:pt x="352060" y="4733"/>
                    <a:pt x="352060" y="4733"/>
                    <a:pt x="352060" y="47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21"/>
          <p:cNvSpPr/>
          <p:nvPr/>
        </p:nvSpPr>
        <p:spPr>
          <a:xfrm flipH="1" rot="368563">
            <a:off x="5797197" y="1614642"/>
            <a:ext cx="1290357" cy="477664"/>
          </a:xfrm>
          <a:custGeom>
            <a:rect b="b" l="l" r="r" t="t"/>
            <a:pathLst>
              <a:path extrusionOk="0" h="851877" w="2301252">
                <a:moveTo>
                  <a:pt x="9833" y="801529"/>
                </a:moveTo>
                <a:cubicBezTo>
                  <a:pt x="9833" y="801529"/>
                  <a:pt x="156479" y="507003"/>
                  <a:pt x="492924" y="317205"/>
                </a:cubicBezTo>
                <a:cubicBezTo>
                  <a:pt x="1075126" y="-11568"/>
                  <a:pt x="1738768" y="-119035"/>
                  <a:pt x="1353487" y="159668"/>
                </a:cubicBezTo>
                <a:cubicBezTo>
                  <a:pt x="1353487" y="159668"/>
                  <a:pt x="2116241" y="8981"/>
                  <a:pt x="2136789" y="255560"/>
                </a:cubicBezTo>
                <a:cubicBezTo>
                  <a:pt x="2147200" y="380083"/>
                  <a:pt x="1774591" y="392549"/>
                  <a:pt x="1774591" y="392549"/>
                </a:cubicBezTo>
                <a:cubicBezTo>
                  <a:pt x="1774591" y="392549"/>
                  <a:pt x="2292066" y="471044"/>
                  <a:pt x="2301176" y="735021"/>
                </a:cubicBezTo>
                <a:cubicBezTo>
                  <a:pt x="2308025" y="933655"/>
                  <a:pt x="1855962" y="515839"/>
                  <a:pt x="890191" y="673376"/>
                </a:cubicBezTo>
                <a:cubicBezTo>
                  <a:pt x="495184" y="737829"/>
                  <a:pt x="285180" y="778036"/>
                  <a:pt x="41957" y="848174"/>
                </a:cubicBezTo>
                <a:cubicBezTo>
                  <a:pt x="-27017" y="868037"/>
                  <a:pt x="9833" y="801529"/>
                  <a:pt x="9833" y="801529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2857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8" name="Google Shape;328;p21"/>
          <p:cNvGrpSpPr/>
          <p:nvPr/>
        </p:nvGrpSpPr>
        <p:grpSpPr>
          <a:xfrm>
            <a:off x="6709874" y="768387"/>
            <a:ext cx="738927" cy="740445"/>
            <a:chOff x="2893887" y="2547824"/>
            <a:chExt cx="1212350" cy="1214840"/>
          </a:xfrm>
        </p:grpSpPr>
        <p:sp>
          <p:nvSpPr>
            <p:cNvPr id="329" name="Google Shape;329;p21"/>
            <p:cNvSpPr/>
            <p:nvPr/>
          </p:nvSpPr>
          <p:spPr>
            <a:xfrm>
              <a:off x="2893887" y="2547824"/>
              <a:ext cx="1212350" cy="1214840"/>
            </a:xfrm>
            <a:custGeom>
              <a:rect b="b" l="l" r="r" t="t"/>
              <a:pathLst>
                <a:path extrusionOk="0" h="1214840" w="1212350">
                  <a:moveTo>
                    <a:pt x="0" y="1070973"/>
                  </a:moveTo>
                  <a:cubicBezTo>
                    <a:pt x="0" y="1070973"/>
                    <a:pt x="650697" y="1447692"/>
                    <a:pt x="1212351" y="981930"/>
                  </a:cubicBezTo>
                  <a:lnTo>
                    <a:pt x="549325" y="40612"/>
                  </a:lnTo>
                  <a:cubicBezTo>
                    <a:pt x="518790" y="-2656"/>
                    <a:pt x="458960" y="-12985"/>
                    <a:pt x="415686" y="17550"/>
                  </a:cubicBezTo>
                  <a:cubicBezTo>
                    <a:pt x="400062" y="28578"/>
                    <a:pt x="388089" y="44030"/>
                    <a:pt x="381308" y="61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2996697" y="3186871"/>
              <a:ext cx="951250" cy="244546"/>
            </a:xfrm>
            <a:custGeom>
              <a:rect b="b" l="l" r="r" t="t"/>
              <a:pathLst>
                <a:path extrusionOk="0" h="244546" w="951250">
                  <a:moveTo>
                    <a:pt x="43357" y="45138"/>
                  </a:moveTo>
                  <a:lnTo>
                    <a:pt x="0" y="159934"/>
                  </a:lnTo>
                  <a:cubicBezTo>
                    <a:pt x="152674" y="234319"/>
                    <a:pt x="473639" y="323156"/>
                    <a:pt x="951250" y="118221"/>
                  </a:cubicBezTo>
                  <a:lnTo>
                    <a:pt x="867961" y="0"/>
                  </a:lnTo>
                  <a:cubicBezTo>
                    <a:pt x="691177" y="94111"/>
                    <a:pt x="402815" y="180483"/>
                    <a:pt x="43357" y="45138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3140056" y="2892620"/>
              <a:ext cx="568503" cy="125416"/>
            </a:xfrm>
            <a:custGeom>
              <a:rect b="b" l="l" r="r" t="t"/>
              <a:pathLst>
                <a:path extrusionOk="0" h="125416" w="568503">
                  <a:moveTo>
                    <a:pt x="27398" y="2123"/>
                  </a:moveTo>
                  <a:lnTo>
                    <a:pt x="0" y="74179"/>
                  </a:lnTo>
                  <a:cubicBezTo>
                    <a:pt x="118016" y="119317"/>
                    <a:pt x="322540" y="163222"/>
                    <a:pt x="568503" y="72261"/>
                  </a:cubicBezTo>
                  <a:lnTo>
                    <a:pt x="517544" y="0"/>
                  </a:lnTo>
                  <a:cubicBezTo>
                    <a:pt x="405281" y="47467"/>
                    <a:pt x="236717" y="79796"/>
                    <a:pt x="27398" y="2123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3404162" y="2647161"/>
              <a:ext cx="524058" cy="1084446"/>
            </a:xfrm>
            <a:custGeom>
              <a:rect b="b" l="l" r="r" t="t"/>
              <a:pathLst>
                <a:path extrusionOk="0" h="1084446" w="524058">
                  <a:moveTo>
                    <a:pt x="524059" y="1002185"/>
                  </a:moveTo>
                  <a:lnTo>
                    <a:pt x="18570" y="4084"/>
                  </a:lnTo>
                  <a:cubicBezTo>
                    <a:pt x="13844" y="-5299"/>
                    <a:pt x="-2595" y="3057"/>
                    <a:pt x="351" y="13331"/>
                  </a:cubicBezTo>
                  <a:lnTo>
                    <a:pt x="311452" y="1084446"/>
                  </a:lnTo>
                  <a:cubicBezTo>
                    <a:pt x="385337" y="1065562"/>
                    <a:pt x="456708" y="1037952"/>
                    <a:pt x="524059" y="1002185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3" name="Google Shape;3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300" y="3135725"/>
            <a:ext cx="3730450" cy="117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3"/>
            </a:gs>
            <a:gs pos="100000">
              <a:schemeClr val="accent2"/>
            </a:gs>
          </a:gsLst>
          <a:lin ang="0" scaled="0"/>
        </a:gra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/>
          <p:nvPr>
            <p:ph idx="4294967295" type="ctrTitle"/>
          </p:nvPr>
        </p:nvSpPr>
        <p:spPr>
          <a:xfrm>
            <a:off x="855300" y="709700"/>
            <a:ext cx="3632400" cy="161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Now, instead of printing out the random number that the computer chose you can print the letter.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900"/>
          </a:p>
        </p:txBody>
      </p:sp>
      <p:sp>
        <p:nvSpPr>
          <p:cNvPr id="339" name="Google Shape;339;p22"/>
          <p:cNvSpPr txBox="1"/>
          <p:nvPr>
            <p:ph idx="4294967295" type="subTitle"/>
          </p:nvPr>
        </p:nvSpPr>
        <p:spPr>
          <a:xfrm>
            <a:off x="855300" y="1909311"/>
            <a:ext cx="3331500" cy="25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➜"/>
            </a:pPr>
            <a:r>
              <a:rPr b="1" lang="en"/>
              <a:t>You can either delete the line </a:t>
            </a:r>
            <a:r>
              <a:rPr b="1" lang="en">
                <a:solidFill>
                  <a:srgbClr val="FFFFFF"/>
                </a:solidFill>
                <a:highlight>
                  <a:srgbClr val="000000"/>
                </a:highlight>
              </a:rPr>
              <a:t>print(chosen)</a:t>
            </a:r>
            <a:endParaRPr b="1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➜"/>
            </a:pPr>
            <a:r>
              <a:rPr b="1" lang="en"/>
              <a:t>Or you can make the computer ignore it by adding a </a:t>
            </a:r>
            <a:r>
              <a:rPr b="1" lang="en">
                <a:solidFill>
                  <a:srgbClr val="FFFFFF"/>
                </a:solidFill>
                <a:highlight>
                  <a:srgbClr val="000000"/>
                </a:highlight>
              </a:rPr>
              <a:t>#</a:t>
            </a:r>
            <a:r>
              <a:rPr b="1" lang="en"/>
              <a:t> at the start of the line</a:t>
            </a:r>
            <a:endParaRPr/>
          </a:p>
        </p:txBody>
      </p:sp>
      <p:sp>
        <p:nvSpPr>
          <p:cNvPr id="340" name="Google Shape;340;p22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41" name="Google Shape;341;p22"/>
          <p:cNvGrpSpPr/>
          <p:nvPr/>
        </p:nvGrpSpPr>
        <p:grpSpPr>
          <a:xfrm>
            <a:off x="7338533" y="276206"/>
            <a:ext cx="453116" cy="714197"/>
            <a:chOff x="1620532" y="2740711"/>
            <a:chExt cx="745257" cy="1174666"/>
          </a:xfrm>
        </p:grpSpPr>
        <p:sp>
          <p:nvSpPr>
            <p:cNvPr id="342" name="Google Shape;342;p22"/>
            <p:cNvSpPr/>
            <p:nvPr/>
          </p:nvSpPr>
          <p:spPr>
            <a:xfrm>
              <a:off x="1620532" y="2740711"/>
              <a:ext cx="745257" cy="1174666"/>
            </a:xfrm>
            <a:custGeom>
              <a:rect b="b" l="l" r="r" t="t"/>
              <a:pathLst>
                <a:path extrusionOk="0" h="1174666" w="745257">
                  <a:moveTo>
                    <a:pt x="105526" y="385886"/>
                  </a:moveTo>
                  <a:cubicBezTo>
                    <a:pt x="105526" y="385886"/>
                    <a:pt x="389709" y="456640"/>
                    <a:pt x="547452" y="114511"/>
                  </a:cubicBezTo>
                  <a:cubicBezTo>
                    <a:pt x="625124" y="-53848"/>
                    <a:pt x="678481" y="-1313"/>
                    <a:pt x="704989" y="51359"/>
                  </a:cubicBezTo>
                  <a:cubicBezTo>
                    <a:pt x="763894" y="169032"/>
                    <a:pt x="825744" y="770550"/>
                    <a:pt x="360393" y="1174667"/>
                  </a:cubicBezTo>
                  <a:cubicBezTo>
                    <a:pt x="360257" y="1174598"/>
                    <a:pt x="-235850" y="1027952"/>
                    <a:pt x="105526" y="385886"/>
                  </a:cubicBezTo>
                  <a:close/>
                </a:path>
              </a:pathLst>
            </a:custGeom>
            <a:solidFill>
              <a:srgbClr val="F8F1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1763362" y="3112760"/>
              <a:ext cx="446402" cy="667683"/>
            </a:xfrm>
            <a:custGeom>
              <a:rect b="b" l="l" r="r" t="t"/>
              <a:pathLst>
                <a:path extrusionOk="0" h="667683" w="446402">
                  <a:moveTo>
                    <a:pt x="446403" y="526996"/>
                  </a:moveTo>
                  <a:cubicBezTo>
                    <a:pt x="278523" y="500214"/>
                    <a:pt x="48382" y="393843"/>
                    <a:pt x="145028" y="0"/>
                  </a:cubicBezTo>
                  <a:cubicBezTo>
                    <a:pt x="115342" y="10103"/>
                    <a:pt x="84506" y="16432"/>
                    <a:pt x="53245" y="18836"/>
                  </a:cubicBezTo>
                  <a:cubicBezTo>
                    <a:pt x="-14085" y="183222"/>
                    <a:pt x="-95456" y="533023"/>
                    <a:pt x="348456" y="667683"/>
                  </a:cubicBezTo>
                  <a:cubicBezTo>
                    <a:pt x="384785" y="623463"/>
                    <a:pt x="417539" y="576414"/>
                    <a:pt x="446403" y="526996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1980517" y="3061527"/>
              <a:ext cx="341579" cy="420075"/>
            </a:xfrm>
            <a:custGeom>
              <a:rect b="b" l="l" r="r" t="t"/>
              <a:pathLst>
                <a:path extrusionOk="0" h="420075" w="341579">
                  <a:moveTo>
                    <a:pt x="26848" y="0"/>
                  </a:moveTo>
                  <a:cubicBezTo>
                    <a:pt x="18170" y="6301"/>
                    <a:pt x="9430" y="12103"/>
                    <a:pt x="614" y="17398"/>
                  </a:cubicBezTo>
                  <a:cubicBezTo>
                    <a:pt x="-5002" y="131783"/>
                    <a:pt x="22670" y="353020"/>
                    <a:pt x="305346" y="420076"/>
                  </a:cubicBezTo>
                  <a:cubicBezTo>
                    <a:pt x="319593" y="383294"/>
                    <a:pt x="331579" y="346719"/>
                    <a:pt x="341579" y="310485"/>
                  </a:cubicBezTo>
                  <a:cubicBezTo>
                    <a:pt x="258016" y="305280"/>
                    <a:pt x="119795" y="254114"/>
                    <a:pt x="26848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2085517" y="2976457"/>
              <a:ext cx="278498" cy="208133"/>
            </a:xfrm>
            <a:custGeom>
              <a:rect b="b" l="l" r="r" t="t"/>
              <a:pathLst>
                <a:path extrusionOk="0" h="208133" w="278498">
                  <a:moveTo>
                    <a:pt x="9521" y="0"/>
                  </a:moveTo>
                  <a:cubicBezTo>
                    <a:pt x="6370" y="4041"/>
                    <a:pt x="3219" y="7877"/>
                    <a:pt x="0" y="11713"/>
                  </a:cubicBezTo>
                  <a:cubicBezTo>
                    <a:pt x="34795" y="89522"/>
                    <a:pt x="117468" y="221785"/>
                    <a:pt x="272744" y="206990"/>
                  </a:cubicBezTo>
                  <a:cubicBezTo>
                    <a:pt x="275416" y="182812"/>
                    <a:pt x="277334" y="159044"/>
                    <a:pt x="278498" y="136441"/>
                  </a:cubicBezTo>
                  <a:cubicBezTo>
                    <a:pt x="201168" y="146578"/>
                    <a:pt x="103906" y="122947"/>
                    <a:pt x="9521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1623727" y="2881337"/>
              <a:ext cx="606150" cy="548531"/>
            </a:xfrm>
            <a:custGeom>
              <a:rect b="b" l="l" r="r" t="t"/>
              <a:pathLst>
                <a:path extrusionOk="0" h="548531" w="606150">
                  <a:moveTo>
                    <a:pt x="43768" y="373549"/>
                  </a:moveTo>
                  <a:cubicBezTo>
                    <a:pt x="21822" y="429769"/>
                    <a:pt x="7110" y="488551"/>
                    <a:pt x="0" y="548483"/>
                  </a:cubicBezTo>
                  <a:cubicBezTo>
                    <a:pt x="270142" y="552525"/>
                    <a:pt x="564668" y="299095"/>
                    <a:pt x="602340" y="72447"/>
                  </a:cubicBezTo>
                  <a:cubicBezTo>
                    <a:pt x="620217" y="-35089"/>
                    <a:pt x="570627" y="-3855"/>
                    <a:pt x="548161" y="44433"/>
                  </a:cubicBezTo>
                  <a:cubicBezTo>
                    <a:pt x="413980" y="333343"/>
                    <a:pt x="151099" y="356905"/>
                    <a:pt x="43768" y="373549"/>
                  </a:cubicBezTo>
                  <a:close/>
                </a:path>
              </a:pathLst>
            </a:custGeom>
            <a:solidFill>
              <a:srgbClr val="FFFFFF">
                <a:alpha val="54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p22"/>
          <p:cNvGrpSpPr/>
          <p:nvPr/>
        </p:nvGrpSpPr>
        <p:grpSpPr>
          <a:xfrm>
            <a:off x="5686626" y="276206"/>
            <a:ext cx="453093" cy="714197"/>
            <a:chOff x="188982" y="2740711"/>
            <a:chExt cx="745218" cy="1174666"/>
          </a:xfrm>
        </p:grpSpPr>
        <p:sp>
          <p:nvSpPr>
            <p:cNvPr id="348" name="Google Shape;348;p22"/>
            <p:cNvSpPr/>
            <p:nvPr/>
          </p:nvSpPr>
          <p:spPr>
            <a:xfrm>
              <a:off x="188982" y="2740711"/>
              <a:ext cx="745218" cy="1174666"/>
            </a:xfrm>
            <a:custGeom>
              <a:rect b="b" l="l" r="r" t="t"/>
              <a:pathLst>
                <a:path extrusionOk="0" h="1174666" w="745218">
                  <a:moveTo>
                    <a:pt x="639800" y="385886"/>
                  </a:moveTo>
                  <a:cubicBezTo>
                    <a:pt x="639800" y="385886"/>
                    <a:pt x="355617" y="456640"/>
                    <a:pt x="197806" y="114511"/>
                  </a:cubicBezTo>
                  <a:cubicBezTo>
                    <a:pt x="120133" y="-53848"/>
                    <a:pt x="66844" y="-1313"/>
                    <a:pt x="40268" y="51359"/>
                  </a:cubicBezTo>
                  <a:cubicBezTo>
                    <a:pt x="-18637" y="169032"/>
                    <a:pt x="-80487" y="770550"/>
                    <a:pt x="384864" y="1174667"/>
                  </a:cubicBezTo>
                  <a:cubicBezTo>
                    <a:pt x="384864" y="1174598"/>
                    <a:pt x="980970" y="1027952"/>
                    <a:pt x="639800" y="385886"/>
                  </a:cubicBezTo>
                  <a:close/>
                </a:path>
              </a:pathLst>
            </a:custGeom>
            <a:solidFill>
              <a:srgbClr val="F8F1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344800" y="3112760"/>
              <a:ext cx="446368" cy="667683"/>
            </a:xfrm>
            <a:custGeom>
              <a:rect b="b" l="l" r="r" t="t"/>
              <a:pathLst>
                <a:path extrusionOk="0" h="667683" w="446368">
                  <a:moveTo>
                    <a:pt x="0" y="526996"/>
                  </a:moveTo>
                  <a:cubicBezTo>
                    <a:pt x="167948" y="500214"/>
                    <a:pt x="398021" y="393843"/>
                    <a:pt x="301375" y="0"/>
                  </a:cubicBezTo>
                  <a:cubicBezTo>
                    <a:pt x="331033" y="10110"/>
                    <a:pt x="361849" y="16439"/>
                    <a:pt x="393089" y="18836"/>
                  </a:cubicBezTo>
                  <a:cubicBezTo>
                    <a:pt x="460488" y="183222"/>
                    <a:pt x="541791" y="533023"/>
                    <a:pt x="97947" y="667683"/>
                  </a:cubicBezTo>
                  <a:cubicBezTo>
                    <a:pt x="61639" y="623443"/>
                    <a:pt x="28888" y="576401"/>
                    <a:pt x="0" y="526996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232538" y="3061527"/>
              <a:ext cx="341567" cy="420075"/>
            </a:xfrm>
            <a:custGeom>
              <a:rect b="b" l="l" r="r" t="t"/>
              <a:pathLst>
                <a:path extrusionOk="0" h="420075" w="341567">
                  <a:moveTo>
                    <a:pt x="314663" y="0"/>
                  </a:moveTo>
                  <a:cubicBezTo>
                    <a:pt x="323430" y="6301"/>
                    <a:pt x="332198" y="12103"/>
                    <a:pt x="340965" y="17398"/>
                  </a:cubicBezTo>
                  <a:cubicBezTo>
                    <a:pt x="346513" y="131783"/>
                    <a:pt x="318910" y="353020"/>
                    <a:pt x="36234" y="420076"/>
                  </a:cubicBezTo>
                  <a:cubicBezTo>
                    <a:pt x="21987" y="383294"/>
                    <a:pt x="10000" y="346719"/>
                    <a:pt x="0" y="310485"/>
                  </a:cubicBezTo>
                  <a:cubicBezTo>
                    <a:pt x="83495" y="305280"/>
                    <a:pt x="221785" y="254114"/>
                    <a:pt x="314663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190551" y="2976457"/>
              <a:ext cx="278498" cy="208133"/>
            </a:xfrm>
            <a:custGeom>
              <a:rect b="b" l="l" r="r" t="t"/>
              <a:pathLst>
                <a:path extrusionOk="0" h="208133" w="278498">
                  <a:moveTo>
                    <a:pt x="268977" y="0"/>
                  </a:moveTo>
                  <a:cubicBezTo>
                    <a:pt x="272128" y="4041"/>
                    <a:pt x="275347" y="7877"/>
                    <a:pt x="278498" y="11713"/>
                  </a:cubicBezTo>
                  <a:cubicBezTo>
                    <a:pt x="243703" y="89522"/>
                    <a:pt x="161099" y="221785"/>
                    <a:pt x="5754" y="206990"/>
                  </a:cubicBezTo>
                  <a:cubicBezTo>
                    <a:pt x="3082" y="182812"/>
                    <a:pt x="1233" y="159044"/>
                    <a:pt x="0" y="136441"/>
                  </a:cubicBezTo>
                  <a:cubicBezTo>
                    <a:pt x="77399" y="146578"/>
                    <a:pt x="174661" y="122947"/>
                    <a:pt x="268977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324756" y="2881337"/>
              <a:ext cx="606150" cy="548531"/>
            </a:xfrm>
            <a:custGeom>
              <a:rect b="b" l="l" r="r" t="t"/>
              <a:pathLst>
                <a:path extrusionOk="0" h="548531" w="606150">
                  <a:moveTo>
                    <a:pt x="562383" y="373549"/>
                  </a:moveTo>
                  <a:cubicBezTo>
                    <a:pt x="584328" y="429769"/>
                    <a:pt x="599041" y="488551"/>
                    <a:pt x="606151" y="548483"/>
                  </a:cubicBezTo>
                  <a:cubicBezTo>
                    <a:pt x="336009" y="552525"/>
                    <a:pt x="41483" y="299095"/>
                    <a:pt x="3811" y="72447"/>
                  </a:cubicBezTo>
                  <a:cubicBezTo>
                    <a:pt x="-14066" y="-35089"/>
                    <a:pt x="35524" y="-3855"/>
                    <a:pt x="57921" y="44433"/>
                  </a:cubicBezTo>
                  <a:cubicBezTo>
                    <a:pt x="192170" y="333343"/>
                    <a:pt x="455052" y="356905"/>
                    <a:pt x="562383" y="373549"/>
                  </a:cubicBezTo>
                  <a:close/>
                </a:path>
              </a:pathLst>
            </a:custGeom>
            <a:solidFill>
              <a:srgbClr val="FFFFFF">
                <a:alpha val="54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2"/>
          <p:cNvSpPr/>
          <p:nvPr/>
        </p:nvSpPr>
        <p:spPr>
          <a:xfrm>
            <a:off x="6775299" y="1108599"/>
            <a:ext cx="690376" cy="255563"/>
          </a:xfrm>
          <a:custGeom>
            <a:rect b="b" l="l" r="r" t="t"/>
            <a:pathLst>
              <a:path extrusionOk="0" h="851877" w="2301252">
                <a:moveTo>
                  <a:pt x="9833" y="801529"/>
                </a:moveTo>
                <a:cubicBezTo>
                  <a:pt x="9833" y="801529"/>
                  <a:pt x="156479" y="507003"/>
                  <a:pt x="492924" y="317205"/>
                </a:cubicBezTo>
                <a:cubicBezTo>
                  <a:pt x="1075126" y="-11568"/>
                  <a:pt x="1738768" y="-119035"/>
                  <a:pt x="1353487" y="159668"/>
                </a:cubicBezTo>
                <a:cubicBezTo>
                  <a:pt x="1353487" y="159668"/>
                  <a:pt x="2116241" y="8981"/>
                  <a:pt x="2136789" y="255560"/>
                </a:cubicBezTo>
                <a:cubicBezTo>
                  <a:pt x="2147200" y="380083"/>
                  <a:pt x="1774591" y="392549"/>
                  <a:pt x="1774591" y="392549"/>
                </a:cubicBezTo>
                <a:cubicBezTo>
                  <a:pt x="1774591" y="392549"/>
                  <a:pt x="2292066" y="471044"/>
                  <a:pt x="2301176" y="735021"/>
                </a:cubicBezTo>
                <a:cubicBezTo>
                  <a:pt x="2308025" y="933655"/>
                  <a:pt x="1855962" y="515839"/>
                  <a:pt x="890191" y="673376"/>
                </a:cubicBezTo>
                <a:cubicBezTo>
                  <a:pt x="495184" y="737829"/>
                  <a:pt x="285180" y="778036"/>
                  <a:pt x="41957" y="848174"/>
                </a:cubicBezTo>
                <a:cubicBezTo>
                  <a:pt x="-27017" y="868037"/>
                  <a:pt x="9833" y="801529"/>
                  <a:pt x="9833" y="801529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2"/>
          <p:cNvSpPr/>
          <p:nvPr/>
        </p:nvSpPr>
        <p:spPr>
          <a:xfrm flipH="1">
            <a:off x="5937099" y="1108599"/>
            <a:ext cx="690376" cy="255563"/>
          </a:xfrm>
          <a:custGeom>
            <a:rect b="b" l="l" r="r" t="t"/>
            <a:pathLst>
              <a:path extrusionOk="0" h="851877" w="2301252">
                <a:moveTo>
                  <a:pt x="9833" y="801529"/>
                </a:moveTo>
                <a:cubicBezTo>
                  <a:pt x="9833" y="801529"/>
                  <a:pt x="156479" y="507003"/>
                  <a:pt x="492924" y="317205"/>
                </a:cubicBezTo>
                <a:cubicBezTo>
                  <a:pt x="1075126" y="-11568"/>
                  <a:pt x="1738768" y="-119035"/>
                  <a:pt x="1353487" y="159668"/>
                </a:cubicBezTo>
                <a:cubicBezTo>
                  <a:pt x="1353487" y="159668"/>
                  <a:pt x="2116241" y="8981"/>
                  <a:pt x="2136789" y="255560"/>
                </a:cubicBezTo>
                <a:cubicBezTo>
                  <a:pt x="2147200" y="380083"/>
                  <a:pt x="1774591" y="392549"/>
                  <a:pt x="1774591" y="392549"/>
                </a:cubicBezTo>
                <a:cubicBezTo>
                  <a:pt x="1774591" y="392549"/>
                  <a:pt x="2292066" y="471044"/>
                  <a:pt x="2301176" y="735021"/>
                </a:cubicBezTo>
                <a:cubicBezTo>
                  <a:pt x="2308025" y="933655"/>
                  <a:pt x="1855962" y="515839"/>
                  <a:pt x="890191" y="673376"/>
                </a:cubicBezTo>
                <a:cubicBezTo>
                  <a:pt x="495184" y="737829"/>
                  <a:pt x="285180" y="778036"/>
                  <a:pt x="41957" y="848174"/>
                </a:cubicBezTo>
                <a:cubicBezTo>
                  <a:pt x="-27017" y="868037"/>
                  <a:pt x="9833" y="801529"/>
                  <a:pt x="9833" y="801529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22"/>
          <p:cNvPicPr preferRelativeResize="0"/>
          <p:nvPr/>
        </p:nvPicPr>
        <p:blipFill rotWithShape="1">
          <a:blip r:embed="rId3">
            <a:alphaModFix/>
          </a:blip>
          <a:srcRect b="0" l="0" r="14893" t="0"/>
          <a:stretch/>
        </p:blipFill>
        <p:spPr>
          <a:xfrm>
            <a:off x="5262075" y="1482350"/>
            <a:ext cx="3283369" cy="311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3"/>
          <p:cNvSpPr txBox="1"/>
          <p:nvPr>
            <p:ph type="title"/>
          </p:nvPr>
        </p:nvSpPr>
        <p:spPr>
          <a:xfrm>
            <a:off x="855300" y="991175"/>
            <a:ext cx="4693500" cy="80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Hmmm, the computer’s </a:t>
            </a:r>
            <a:r>
              <a:rPr lang="en" sz="2700"/>
              <a:t>choice</a:t>
            </a:r>
            <a:r>
              <a:rPr lang="en" sz="2700"/>
              <a:t> gets printed on a new line. How do we fix this?</a:t>
            </a:r>
            <a:endParaRPr sz="2700"/>
          </a:p>
        </p:txBody>
      </p:sp>
      <p:sp>
        <p:nvSpPr>
          <p:cNvPr id="361" name="Google Shape;361;p23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2" name="Google Shape;362;p23"/>
          <p:cNvGrpSpPr/>
          <p:nvPr/>
        </p:nvGrpSpPr>
        <p:grpSpPr>
          <a:xfrm>
            <a:off x="5575395" y="878971"/>
            <a:ext cx="3157483" cy="3233149"/>
            <a:chOff x="5575395" y="955171"/>
            <a:chExt cx="3157483" cy="3233149"/>
          </a:xfrm>
        </p:grpSpPr>
        <p:grpSp>
          <p:nvGrpSpPr>
            <p:cNvPr id="363" name="Google Shape;363;p23"/>
            <p:cNvGrpSpPr/>
            <p:nvPr/>
          </p:nvGrpSpPr>
          <p:grpSpPr>
            <a:xfrm>
              <a:off x="6169433" y="3369626"/>
              <a:ext cx="1969582" cy="818694"/>
              <a:chOff x="6169433" y="3369626"/>
              <a:chExt cx="1969582" cy="818694"/>
            </a:xfrm>
          </p:grpSpPr>
          <p:sp>
            <p:nvSpPr>
              <p:cNvPr id="364" name="Google Shape;364;p23"/>
              <p:cNvSpPr/>
              <p:nvPr/>
            </p:nvSpPr>
            <p:spPr>
              <a:xfrm rot="10800000">
                <a:off x="6169433" y="3369626"/>
                <a:ext cx="1969582" cy="818694"/>
              </a:xfrm>
              <a:custGeom>
                <a:rect b="b" l="l" r="r" t="t"/>
                <a:pathLst>
                  <a:path extrusionOk="0" h="983416" w="2365864">
                    <a:moveTo>
                      <a:pt x="0" y="791179"/>
                    </a:moveTo>
                    <a:cubicBezTo>
                      <a:pt x="0" y="354253"/>
                      <a:pt x="529598" y="0"/>
                      <a:pt x="1182898" y="0"/>
                    </a:cubicBezTo>
                    <a:cubicBezTo>
                      <a:pt x="1836197" y="0"/>
                      <a:pt x="2365865" y="354253"/>
                      <a:pt x="2365865" y="791179"/>
                    </a:cubicBezTo>
                    <a:cubicBezTo>
                      <a:pt x="2365865" y="1228104"/>
                      <a:pt x="1836197" y="783576"/>
                      <a:pt x="1182898" y="783576"/>
                    </a:cubicBezTo>
                    <a:cubicBezTo>
                      <a:pt x="529598" y="783576"/>
                      <a:pt x="0" y="1228104"/>
                      <a:pt x="0" y="791179"/>
                    </a:cubicBezTo>
                    <a:close/>
                  </a:path>
                </a:pathLst>
              </a:custGeom>
              <a:solidFill>
                <a:srgbClr val="5B0F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23"/>
              <p:cNvSpPr/>
              <p:nvPr/>
            </p:nvSpPr>
            <p:spPr>
              <a:xfrm rot="10800000">
                <a:off x="7520552" y="3422053"/>
                <a:ext cx="237495" cy="379430"/>
              </a:xfrm>
              <a:custGeom>
                <a:rect b="b" l="l" r="r" t="t"/>
                <a:pathLst>
                  <a:path extrusionOk="0" h="455772" w="285279">
                    <a:moveTo>
                      <a:pt x="0" y="455773"/>
                    </a:moveTo>
                    <a:cubicBezTo>
                      <a:pt x="86303" y="430567"/>
                      <a:pt x="182195" y="401799"/>
                      <a:pt x="285279" y="377141"/>
                    </a:cubicBezTo>
                    <a:cubicBezTo>
                      <a:pt x="275279" y="230837"/>
                      <a:pt x="245005" y="11450"/>
                      <a:pt x="153838" y="422"/>
                    </a:cubicBezTo>
                    <a:cubicBezTo>
                      <a:pt x="44316" y="-13482"/>
                      <a:pt x="9589" y="320085"/>
                      <a:pt x="0" y="45577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E0C7"/>
                  </a:gs>
                  <a:gs pos="50000">
                    <a:srgbClr val="F8F1E4"/>
                  </a:gs>
                  <a:gs pos="100000">
                    <a:schemeClr val="lt1"/>
                  </a:gs>
                </a:gsLst>
                <a:lin ang="16200038" scaled="0"/>
              </a:gradFill>
              <a:ln>
                <a:noFill/>
              </a:ln>
              <a:effectLst>
                <a:outerShdw blurRad="14288" rotWithShape="0" algn="bl" dir="5400000" dist="28575">
                  <a:schemeClr val="dk1">
                    <a:alpha val="30000"/>
                  </a:scheme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23"/>
              <p:cNvSpPr/>
              <p:nvPr/>
            </p:nvSpPr>
            <p:spPr>
              <a:xfrm rot="10800000">
                <a:off x="6546927" y="3421483"/>
                <a:ext cx="235328" cy="380217"/>
              </a:xfrm>
              <a:custGeom>
                <a:rect b="b" l="l" r="r" t="t"/>
                <a:pathLst>
                  <a:path extrusionOk="0" h="456717" w="282676">
                    <a:moveTo>
                      <a:pt x="282676" y="456718"/>
                    </a:moveTo>
                    <a:cubicBezTo>
                      <a:pt x="278567" y="331510"/>
                      <a:pt x="257333" y="14107"/>
                      <a:pt x="147194" y="408"/>
                    </a:cubicBezTo>
                    <a:cubicBezTo>
                      <a:pt x="55070" y="-11099"/>
                      <a:pt x="15823" y="223152"/>
                      <a:pt x="0" y="378566"/>
                    </a:cubicBezTo>
                    <a:cubicBezTo>
                      <a:pt x="102125" y="403155"/>
                      <a:pt x="197127" y="431718"/>
                      <a:pt x="282676" y="45671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E0C7"/>
                  </a:gs>
                  <a:gs pos="50000">
                    <a:srgbClr val="F8F1E4"/>
                  </a:gs>
                  <a:gs pos="100000">
                    <a:schemeClr val="lt1"/>
                  </a:gs>
                </a:gsLst>
                <a:lin ang="16200038" scaled="0"/>
              </a:gradFill>
              <a:ln>
                <a:noFill/>
              </a:ln>
              <a:effectLst>
                <a:outerShdw blurRad="14288" rotWithShape="0" algn="bl" dir="5400000" dist="28575">
                  <a:schemeClr val="dk1">
                    <a:alpha val="30000"/>
                  </a:scheme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7" name="Google Shape;367;p23"/>
            <p:cNvGrpSpPr/>
            <p:nvPr/>
          </p:nvGrpSpPr>
          <p:grpSpPr>
            <a:xfrm>
              <a:off x="8241903" y="1453229"/>
              <a:ext cx="490975" cy="773870"/>
              <a:chOff x="1620532" y="2740711"/>
              <a:chExt cx="745257" cy="1174666"/>
            </a:xfrm>
          </p:grpSpPr>
          <p:sp>
            <p:nvSpPr>
              <p:cNvPr id="368" name="Google Shape;368;p23"/>
              <p:cNvSpPr/>
              <p:nvPr/>
            </p:nvSpPr>
            <p:spPr>
              <a:xfrm>
                <a:off x="1620532" y="2740711"/>
                <a:ext cx="745257" cy="1174666"/>
              </a:xfrm>
              <a:custGeom>
                <a:rect b="b" l="l" r="r" t="t"/>
                <a:pathLst>
                  <a:path extrusionOk="0" h="1174666" w="745257">
                    <a:moveTo>
                      <a:pt x="105526" y="385886"/>
                    </a:moveTo>
                    <a:cubicBezTo>
                      <a:pt x="105526" y="385886"/>
                      <a:pt x="389709" y="456640"/>
                      <a:pt x="547452" y="114511"/>
                    </a:cubicBezTo>
                    <a:cubicBezTo>
                      <a:pt x="625124" y="-53848"/>
                      <a:pt x="678481" y="-1313"/>
                      <a:pt x="704989" y="51359"/>
                    </a:cubicBezTo>
                    <a:cubicBezTo>
                      <a:pt x="763894" y="169032"/>
                      <a:pt x="825744" y="770550"/>
                      <a:pt x="360393" y="1174667"/>
                    </a:cubicBezTo>
                    <a:cubicBezTo>
                      <a:pt x="360257" y="1174598"/>
                      <a:pt x="-235850" y="1027952"/>
                      <a:pt x="105526" y="385886"/>
                    </a:cubicBezTo>
                    <a:close/>
                  </a:path>
                </a:pathLst>
              </a:custGeom>
              <a:solidFill>
                <a:srgbClr val="F8F1E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23"/>
              <p:cNvSpPr/>
              <p:nvPr/>
            </p:nvSpPr>
            <p:spPr>
              <a:xfrm>
                <a:off x="1763362" y="3112760"/>
                <a:ext cx="446402" cy="667683"/>
              </a:xfrm>
              <a:custGeom>
                <a:rect b="b" l="l" r="r" t="t"/>
                <a:pathLst>
                  <a:path extrusionOk="0" h="667683" w="446402">
                    <a:moveTo>
                      <a:pt x="446403" y="526996"/>
                    </a:moveTo>
                    <a:cubicBezTo>
                      <a:pt x="278523" y="500214"/>
                      <a:pt x="48382" y="393843"/>
                      <a:pt x="145028" y="0"/>
                    </a:cubicBezTo>
                    <a:cubicBezTo>
                      <a:pt x="115342" y="10103"/>
                      <a:pt x="84506" y="16432"/>
                      <a:pt x="53245" y="18836"/>
                    </a:cubicBezTo>
                    <a:cubicBezTo>
                      <a:pt x="-14085" y="183222"/>
                      <a:pt x="-95456" y="533023"/>
                      <a:pt x="348456" y="667683"/>
                    </a:cubicBezTo>
                    <a:cubicBezTo>
                      <a:pt x="384785" y="623463"/>
                      <a:pt x="417539" y="576414"/>
                      <a:pt x="446403" y="526996"/>
                    </a:cubicBezTo>
                    <a:close/>
                  </a:path>
                </a:pathLst>
              </a:custGeom>
              <a:solidFill>
                <a:srgbClr val="F0E0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23"/>
              <p:cNvSpPr/>
              <p:nvPr/>
            </p:nvSpPr>
            <p:spPr>
              <a:xfrm>
                <a:off x="1980517" y="3061527"/>
                <a:ext cx="341579" cy="420075"/>
              </a:xfrm>
              <a:custGeom>
                <a:rect b="b" l="l" r="r" t="t"/>
                <a:pathLst>
                  <a:path extrusionOk="0" h="420075" w="341579">
                    <a:moveTo>
                      <a:pt x="26848" y="0"/>
                    </a:moveTo>
                    <a:cubicBezTo>
                      <a:pt x="18170" y="6301"/>
                      <a:pt x="9430" y="12103"/>
                      <a:pt x="614" y="17398"/>
                    </a:cubicBezTo>
                    <a:cubicBezTo>
                      <a:pt x="-5002" y="131783"/>
                      <a:pt x="22670" y="353020"/>
                      <a:pt x="305346" y="420076"/>
                    </a:cubicBezTo>
                    <a:cubicBezTo>
                      <a:pt x="319593" y="383294"/>
                      <a:pt x="331579" y="346719"/>
                      <a:pt x="341579" y="310485"/>
                    </a:cubicBezTo>
                    <a:cubicBezTo>
                      <a:pt x="258016" y="305280"/>
                      <a:pt x="119795" y="254114"/>
                      <a:pt x="26848" y="0"/>
                    </a:cubicBezTo>
                    <a:close/>
                  </a:path>
                </a:pathLst>
              </a:custGeom>
              <a:solidFill>
                <a:srgbClr val="F0E0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23"/>
              <p:cNvSpPr/>
              <p:nvPr/>
            </p:nvSpPr>
            <p:spPr>
              <a:xfrm>
                <a:off x="2085517" y="2976457"/>
                <a:ext cx="278498" cy="208133"/>
              </a:xfrm>
              <a:custGeom>
                <a:rect b="b" l="l" r="r" t="t"/>
                <a:pathLst>
                  <a:path extrusionOk="0" h="208133" w="278498">
                    <a:moveTo>
                      <a:pt x="9521" y="0"/>
                    </a:moveTo>
                    <a:cubicBezTo>
                      <a:pt x="6370" y="4041"/>
                      <a:pt x="3219" y="7877"/>
                      <a:pt x="0" y="11713"/>
                    </a:cubicBezTo>
                    <a:cubicBezTo>
                      <a:pt x="34795" y="89522"/>
                      <a:pt x="117468" y="221785"/>
                      <a:pt x="272744" y="206990"/>
                    </a:cubicBezTo>
                    <a:cubicBezTo>
                      <a:pt x="275416" y="182812"/>
                      <a:pt x="277334" y="159044"/>
                      <a:pt x="278498" y="136441"/>
                    </a:cubicBezTo>
                    <a:cubicBezTo>
                      <a:pt x="201168" y="146578"/>
                      <a:pt x="103906" y="122947"/>
                      <a:pt x="9521" y="0"/>
                    </a:cubicBezTo>
                    <a:close/>
                  </a:path>
                </a:pathLst>
              </a:custGeom>
              <a:solidFill>
                <a:srgbClr val="F0E0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23"/>
              <p:cNvSpPr/>
              <p:nvPr/>
            </p:nvSpPr>
            <p:spPr>
              <a:xfrm>
                <a:off x="1623727" y="2881337"/>
                <a:ext cx="606150" cy="548531"/>
              </a:xfrm>
              <a:custGeom>
                <a:rect b="b" l="l" r="r" t="t"/>
                <a:pathLst>
                  <a:path extrusionOk="0" h="548531" w="606150">
                    <a:moveTo>
                      <a:pt x="43768" y="373549"/>
                    </a:moveTo>
                    <a:cubicBezTo>
                      <a:pt x="21822" y="429769"/>
                      <a:pt x="7110" y="488551"/>
                      <a:pt x="0" y="548483"/>
                    </a:cubicBezTo>
                    <a:cubicBezTo>
                      <a:pt x="270142" y="552525"/>
                      <a:pt x="564668" y="299095"/>
                      <a:pt x="602340" y="72447"/>
                    </a:cubicBezTo>
                    <a:cubicBezTo>
                      <a:pt x="620217" y="-35089"/>
                      <a:pt x="570627" y="-3855"/>
                      <a:pt x="548161" y="44433"/>
                    </a:cubicBezTo>
                    <a:cubicBezTo>
                      <a:pt x="413980" y="333343"/>
                      <a:pt x="151099" y="356905"/>
                      <a:pt x="43768" y="373549"/>
                    </a:cubicBezTo>
                    <a:close/>
                  </a:path>
                </a:pathLst>
              </a:custGeom>
              <a:solidFill>
                <a:srgbClr val="FFFFFF">
                  <a:alpha val="5475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23"/>
            <p:cNvGrpSpPr/>
            <p:nvPr/>
          </p:nvGrpSpPr>
          <p:grpSpPr>
            <a:xfrm>
              <a:off x="5575395" y="1453229"/>
              <a:ext cx="490950" cy="773870"/>
              <a:chOff x="188982" y="2740711"/>
              <a:chExt cx="745218" cy="1174666"/>
            </a:xfrm>
          </p:grpSpPr>
          <p:sp>
            <p:nvSpPr>
              <p:cNvPr id="374" name="Google Shape;374;p23"/>
              <p:cNvSpPr/>
              <p:nvPr/>
            </p:nvSpPr>
            <p:spPr>
              <a:xfrm>
                <a:off x="188982" y="2740711"/>
                <a:ext cx="745218" cy="1174666"/>
              </a:xfrm>
              <a:custGeom>
                <a:rect b="b" l="l" r="r" t="t"/>
                <a:pathLst>
                  <a:path extrusionOk="0" h="1174666" w="745218">
                    <a:moveTo>
                      <a:pt x="639800" y="385886"/>
                    </a:moveTo>
                    <a:cubicBezTo>
                      <a:pt x="639800" y="385886"/>
                      <a:pt x="355617" y="456640"/>
                      <a:pt x="197806" y="114511"/>
                    </a:cubicBezTo>
                    <a:cubicBezTo>
                      <a:pt x="120133" y="-53848"/>
                      <a:pt x="66844" y="-1313"/>
                      <a:pt x="40268" y="51359"/>
                    </a:cubicBezTo>
                    <a:cubicBezTo>
                      <a:pt x="-18637" y="169032"/>
                      <a:pt x="-80487" y="770550"/>
                      <a:pt x="384864" y="1174667"/>
                    </a:cubicBezTo>
                    <a:cubicBezTo>
                      <a:pt x="384864" y="1174598"/>
                      <a:pt x="980970" y="1027952"/>
                      <a:pt x="639800" y="385886"/>
                    </a:cubicBezTo>
                    <a:close/>
                  </a:path>
                </a:pathLst>
              </a:custGeom>
              <a:solidFill>
                <a:srgbClr val="F8F1E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23"/>
              <p:cNvSpPr/>
              <p:nvPr/>
            </p:nvSpPr>
            <p:spPr>
              <a:xfrm>
                <a:off x="344800" y="3112760"/>
                <a:ext cx="446368" cy="667683"/>
              </a:xfrm>
              <a:custGeom>
                <a:rect b="b" l="l" r="r" t="t"/>
                <a:pathLst>
                  <a:path extrusionOk="0" h="667683" w="446368">
                    <a:moveTo>
                      <a:pt x="0" y="526996"/>
                    </a:moveTo>
                    <a:cubicBezTo>
                      <a:pt x="167948" y="500214"/>
                      <a:pt x="398021" y="393843"/>
                      <a:pt x="301375" y="0"/>
                    </a:cubicBezTo>
                    <a:cubicBezTo>
                      <a:pt x="331033" y="10110"/>
                      <a:pt x="361849" y="16439"/>
                      <a:pt x="393089" y="18836"/>
                    </a:cubicBezTo>
                    <a:cubicBezTo>
                      <a:pt x="460488" y="183222"/>
                      <a:pt x="541791" y="533023"/>
                      <a:pt x="97947" y="667683"/>
                    </a:cubicBezTo>
                    <a:cubicBezTo>
                      <a:pt x="61639" y="623443"/>
                      <a:pt x="28888" y="576401"/>
                      <a:pt x="0" y="526996"/>
                    </a:cubicBezTo>
                    <a:close/>
                  </a:path>
                </a:pathLst>
              </a:custGeom>
              <a:solidFill>
                <a:srgbClr val="F0E0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3"/>
              <p:cNvSpPr/>
              <p:nvPr/>
            </p:nvSpPr>
            <p:spPr>
              <a:xfrm>
                <a:off x="232538" y="3061527"/>
                <a:ext cx="341567" cy="420075"/>
              </a:xfrm>
              <a:custGeom>
                <a:rect b="b" l="l" r="r" t="t"/>
                <a:pathLst>
                  <a:path extrusionOk="0" h="420075" w="341567">
                    <a:moveTo>
                      <a:pt x="314663" y="0"/>
                    </a:moveTo>
                    <a:cubicBezTo>
                      <a:pt x="323430" y="6301"/>
                      <a:pt x="332198" y="12103"/>
                      <a:pt x="340965" y="17398"/>
                    </a:cubicBezTo>
                    <a:cubicBezTo>
                      <a:pt x="346513" y="131783"/>
                      <a:pt x="318910" y="353020"/>
                      <a:pt x="36234" y="420076"/>
                    </a:cubicBezTo>
                    <a:cubicBezTo>
                      <a:pt x="21987" y="383294"/>
                      <a:pt x="10000" y="346719"/>
                      <a:pt x="0" y="310485"/>
                    </a:cubicBezTo>
                    <a:cubicBezTo>
                      <a:pt x="83495" y="305280"/>
                      <a:pt x="221785" y="254114"/>
                      <a:pt x="314663" y="0"/>
                    </a:cubicBezTo>
                    <a:close/>
                  </a:path>
                </a:pathLst>
              </a:custGeom>
              <a:solidFill>
                <a:srgbClr val="F0E0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3"/>
              <p:cNvSpPr/>
              <p:nvPr/>
            </p:nvSpPr>
            <p:spPr>
              <a:xfrm>
                <a:off x="190551" y="2976457"/>
                <a:ext cx="278498" cy="208133"/>
              </a:xfrm>
              <a:custGeom>
                <a:rect b="b" l="l" r="r" t="t"/>
                <a:pathLst>
                  <a:path extrusionOk="0" h="208133" w="278498">
                    <a:moveTo>
                      <a:pt x="268977" y="0"/>
                    </a:moveTo>
                    <a:cubicBezTo>
                      <a:pt x="272128" y="4041"/>
                      <a:pt x="275347" y="7877"/>
                      <a:pt x="278498" y="11713"/>
                    </a:cubicBezTo>
                    <a:cubicBezTo>
                      <a:pt x="243703" y="89522"/>
                      <a:pt x="161099" y="221785"/>
                      <a:pt x="5754" y="206990"/>
                    </a:cubicBezTo>
                    <a:cubicBezTo>
                      <a:pt x="3082" y="182812"/>
                      <a:pt x="1233" y="159044"/>
                      <a:pt x="0" y="136441"/>
                    </a:cubicBezTo>
                    <a:cubicBezTo>
                      <a:pt x="77399" y="146578"/>
                      <a:pt x="174661" y="122947"/>
                      <a:pt x="268977" y="0"/>
                    </a:cubicBezTo>
                    <a:close/>
                  </a:path>
                </a:pathLst>
              </a:custGeom>
              <a:solidFill>
                <a:srgbClr val="F0E0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3"/>
              <p:cNvSpPr/>
              <p:nvPr/>
            </p:nvSpPr>
            <p:spPr>
              <a:xfrm>
                <a:off x="324756" y="2881337"/>
                <a:ext cx="606150" cy="548531"/>
              </a:xfrm>
              <a:custGeom>
                <a:rect b="b" l="l" r="r" t="t"/>
                <a:pathLst>
                  <a:path extrusionOk="0" h="548531" w="606150">
                    <a:moveTo>
                      <a:pt x="562383" y="373549"/>
                    </a:moveTo>
                    <a:cubicBezTo>
                      <a:pt x="584328" y="429769"/>
                      <a:pt x="599041" y="488551"/>
                      <a:pt x="606151" y="548483"/>
                    </a:cubicBezTo>
                    <a:cubicBezTo>
                      <a:pt x="336009" y="552525"/>
                      <a:pt x="41483" y="299095"/>
                      <a:pt x="3811" y="72447"/>
                    </a:cubicBezTo>
                    <a:cubicBezTo>
                      <a:pt x="-14066" y="-35089"/>
                      <a:pt x="35524" y="-3855"/>
                      <a:pt x="57921" y="44433"/>
                    </a:cubicBezTo>
                    <a:cubicBezTo>
                      <a:pt x="192170" y="333343"/>
                      <a:pt x="455052" y="356905"/>
                      <a:pt x="562383" y="373549"/>
                    </a:cubicBezTo>
                    <a:close/>
                  </a:path>
                </a:pathLst>
              </a:custGeom>
              <a:solidFill>
                <a:srgbClr val="FFFFFF">
                  <a:alpha val="5475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9" name="Google Shape;379;p23"/>
            <p:cNvSpPr/>
            <p:nvPr/>
          </p:nvSpPr>
          <p:spPr>
            <a:xfrm rot="10800000">
              <a:off x="6297810" y="955171"/>
              <a:ext cx="1808990" cy="1572953"/>
            </a:xfrm>
            <a:custGeom>
              <a:rect b="b" l="l" r="r" t="t"/>
              <a:pathLst>
                <a:path extrusionOk="0" h="1404422" w="1256243">
                  <a:moveTo>
                    <a:pt x="136989" y="466050"/>
                  </a:moveTo>
                  <a:cubicBezTo>
                    <a:pt x="136989" y="466050"/>
                    <a:pt x="267128" y="-13411"/>
                    <a:pt x="705492" y="288"/>
                  </a:cubicBezTo>
                  <a:cubicBezTo>
                    <a:pt x="1198652" y="15699"/>
                    <a:pt x="1243790" y="411254"/>
                    <a:pt x="1253447" y="589340"/>
                  </a:cubicBezTo>
                  <a:cubicBezTo>
                    <a:pt x="1267146" y="842769"/>
                    <a:pt x="1239748" y="1020854"/>
                    <a:pt x="958921" y="1150994"/>
                  </a:cubicBezTo>
                  <a:cubicBezTo>
                    <a:pt x="958921" y="1150994"/>
                    <a:pt x="1137007" y="911263"/>
                    <a:pt x="1013717" y="719479"/>
                  </a:cubicBezTo>
                  <a:cubicBezTo>
                    <a:pt x="1013717" y="719479"/>
                    <a:pt x="965771" y="1301681"/>
                    <a:pt x="404117" y="1404423"/>
                  </a:cubicBezTo>
                  <a:cubicBezTo>
                    <a:pt x="404117" y="1404423"/>
                    <a:pt x="657546" y="1157843"/>
                    <a:pt x="506858" y="801672"/>
                  </a:cubicBezTo>
                  <a:cubicBezTo>
                    <a:pt x="506858" y="801672"/>
                    <a:pt x="520557" y="1144144"/>
                    <a:pt x="123290" y="1130445"/>
                  </a:cubicBezTo>
                  <a:cubicBezTo>
                    <a:pt x="123290" y="1130445"/>
                    <a:pt x="363020" y="993457"/>
                    <a:pt x="294526" y="746877"/>
                  </a:cubicBezTo>
                  <a:cubicBezTo>
                    <a:pt x="253429" y="842769"/>
                    <a:pt x="157537" y="904414"/>
                    <a:pt x="0" y="870167"/>
                  </a:cubicBezTo>
                  <a:cubicBezTo>
                    <a:pt x="116440" y="801672"/>
                    <a:pt x="116440" y="561942"/>
                    <a:pt x="136989" y="466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65000">
                  <a:srgbClr val="FF4D6A"/>
                </a:gs>
                <a:gs pos="100000">
                  <a:srgbClr val="FF4D6A"/>
                </a:gs>
              </a:gsLst>
              <a:lin ang="5400012" scaled="0"/>
            </a:gradFill>
            <a:ln>
              <a:noFill/>
            </a:ln>
            <a:effectLst>
              <a:outerShdw blurRad="28575" rotWithShape="0" algn="bl" dir="5400000" dist="38100">
                <a:schemeClr val="dk1">
                  <a:alpha val="2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0" name="Google Shape;380;p23"/>
            <p:cNvGrpSpPr/>
            <p:nvPr/>
          </p:nvGrpSpPr>
          <p:grpSpPr>
            <a:xfrm>
              <a:off x="5738625" y="2150990"/>
              <a:ext cx="1316755" cy="1022671"/>
              <a:chOff x="2860826" y="401530"/>
              <a:chExt cx="2115269" cy="1642581"/>
            </a:xfrm>
          </p:grpSpPr>
          <p:sp>
            <p:nvSpPr>
              <p:cNvPr id="381" name="Google Shape;381;p23"/>
              <p:cNvSpPr/>
              <p:nvPr/>
            </p:nvSpPr>
            <p:spPr>
              <a:xfrm>
                <a:off x="2860826" y="401530"/>
                <a:ext cx="2115269" cy="1642581"/>
              </a:xfrm>
              <a:custGeom>
                <a:rect b="b" l="l" r="r" t="t"/>
                <a:pathLst>
                  <a:path extrusionOk="0" h="1642581" w="2115269">
                    <a:moveTo>
                      <a:pt x="245052" y="1642582"/>
                    </a:moveTo>
                    <a:cubicBezTo>
                      <a:pt x="509714" y="1619636"/>
                      <a:pt x="782253" y="1607649"/>
                      <a:pt x="1060477" y="1607649"/>
                    </a:cubicBezTo>
                    <a:cubicBezTo>
                      <a:pt x="1331715" y="1607649"/>
                      <a:pt x="1597541" y="1619088"/>
                      <a:pt x="1855902" y="1640869"/>
                    </a:cubicBezTo>
                    <a:cubicBezTo>
                      <a:pt x="1868690" y="1627170"/>
                      <a:pt x="1881060" y="1612992"/>
                      <a:pt x="1893026" y="1598334"/>
                    </a:cubicBezTo>
                    <a:cubicBezTo>
                      <a:pt x="1980028" y="1493928"/>
                      <a:pt x="2044145" y="1372426"/>
                      <a:pt x="2081249" y="1241684"/>
                    </a:cubicBezTo>
                    <a:cubicBezTo>
                      <a:pt x="2119756" y="1105894"/>
                      <a:pt x="2125668" y="962926"/>
                      <a:pt x="2098509" y="824416"/>
                    </a:cubicBezTo>
                    <a:cubicBezTo>
                      <a:pt x="2049057" y="569754"/>
                      <a:pt x="1935630" y="368312"/>
                      <a:pt x="1761449" y="225501"/>
                    </a:cubicBezTo>
                    <a:cubicBezTo>
                      <a:pt x="1578980" y="75910"/>
                      <a:pt x="1339797" y="18"/>
                      <a:pt x="1050682" y="18"/>
                    </a:cubicBezTo>
                    <a:cubicBezTo>
                      <a:pt x="903988" y="-836"/>
                      <a:pt x="758732" y="28980"/>
                      <a:pt x="624236" y="87554"/>
                    </a:cubicBezTo>
                    <a:cubicBezTo>
                      <a:pt x="501508" y="141599"/>
                      <a:pt x="390609" y="219263"/>
                      <a:pt x="297861" y="316119"/>
                    </a:cubicBezTo>
                    <a:cubicBezTo>
                      <a:pt x="101419" y="520575"/>
                      <a:pt x="-9679" y="802772"/>
                      <a:pt x="663" y="1071749"/>
                    </a:cubicBezTo>
                    <a:cubicBezTo>
                      <a:pt x="9088" y="1284356"/>
                      <a:pt x="94775" y="1483332"/>
                      <a:pt x="245052" y="1642582"/>
                    </a:cubicBezTo>
                    <a:close/>
                  </a:path>
                </a:pathLst>
              </a:custGeom>
              <a:solidFill>
                <a:srgbClr val="09052E">
                  <a:alpha val="1173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23"/>
              <p:cNvSpPr/>
              <p:nvPr/>
            </p:nvSpPr>
            <p:spPr>
              <a:xfrm>
                <a:off x="2983792" y="475316"/>
                <a:ext cx="1869056" cy="1552082"/>
              </a:xfrm>
              <a:custGeom>
                <a:rect b="b" l="l" r="r" t="t"/>
                <a:pathLst>
                  <a:path extrusionOk="0" h="1552082" w="1869056">
                    <a:moveTo>
                      <a:pt x="347020" y="1552083"/>
                    </a:moveTo>
                    <a:cubicBezTo>
                      <a:pt x="540360" y="1540028"/>
                      <a:pt x="737185" y="1533952"/>
                      <a:pt x="937510" y="1533863"/>
                    </a:cubicBezTo>
                    <a:cubicBezTo>
                      <a:pt x="1132446" y="1533863"/>
                      <a:pt x="1324230" y="1539637"/>
                      <a:pt x="1512863" y="1551192"/>
                    </a:cubicBezTo>
                    <a:cubicBezTo>
                      <a:pt x="1766292" y="1362285"/>
                      <a:pt x="1918076" y="1051183"/>
                      <a:pt x="1854650" y="724876"/>
                    </a:cubicBezTo>
                    <a:cubicBezTo>
                      <a:pt x="1769717" y="285279"/>
                      <a:pt x="1464506" y="0"/>
                      <a:pt x="927716" y="0"/>
                    </a:cubicBezTo>
                    <a:cubicBezTo>
                      <a:pt x="337774" y="0"/>
                      <a:pt x="-16274" y="505694"/>
                      <a:pt x="576" y="943990"/>
                    </a:cubicBezTo>
                    <a:cubicBezTo>
                      <a:pt x="10028" y="1188583"/>
                      <a:pt x="140167" y="1406875"/>
                      <a:pt x="347020" y="155208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23"/>
              <p:cNvSpPr/>
              <p:nvPr/>
            </p:nvSpPr>
            <p:spPr>
              <a:xfrm>
                <a:off x="3347496" y="964575"/>
                <a:ext cx="758060" cy="758156"/>
              </a:xfrm>
              <a:custGeom>
                <a:rect b="b" l="l" r="r" t="t"/>
                <a:pathLst>
                  <a:path extrusionOk="0" h="758156" w="758060">
                    <a:moveTo>
                      <a:pt x="724496" y="223151"/>
                    </a:moveTo>
                    <a:cubicBezTo>
                      <a:pt x="687310" y="294289"/>
                      <a:pt x="599493" y="321817"/>
                      <a:pt x="528355" y="284631"/>
                    </a:cubicBezTo>
                    <a:cubicBezTo>
                      <a:pt x="457217" y="247446"/>
                      <a:pt x="429689" y="159629"/>
                      <a:pt x="466875" y="88491"/>
                    </a:cubicBezTo>
                    <a:cubicBezTo>
                      <a:pt x="479923" y="63532"/>
                      <a:pt x="499937" y="42901"/>
                      <a:pt x="524492" y="29106"/>
                    </a:cubicBezTo>
                    <a:cubicBezTo>
                      <a:pt x="331208" y="-51203"/>
                      <a:pt x="109416" y="40382"/>
                      <a:pt x="29107" y="233665"/>
                    </a:cubicBezTo>
                    <a:cubicBezTo>
                      <a:pt x="-51203" y="426949"/>
                      <a:pt x="40381" y="648740"/>
                      <a:pt x="233665" y="729050"/>
                    </a:cubicBezTo>
                    <a:cubicBezTo>
                      <a:pt x="426949" y="809360"/>
                      <a:pt x="648741" y="717776"/>
                      <a:pt x="729051" y="524492"/>
                    </a:cubicBezTo>
                    <a:cubicBezTo>
                      <a:pt x="769257" y="427730"/>
                      <a:pt x="767606" y="318645"/>
                      <a:pt x="724496" y="2231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95F16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23"/>
              <p:cNvSpPr/>
              <p:nvPr/>
            </p:nvSpPr>
            <p:spPr>
              <a:xfrm>
                <a:off x="3521371" y="1137272"/>
                <a:ext cx="411706" cy="411763"/>
              </a:xfrm>
              <a:custGeom>
                <a:rect b="b" l="l" r="r" t="t"/>
                <a:pathLst>
                  <a:path extrusionOk="0" h="411763" w="411706">
                    <a:moveTo>
                      <a:pt x="279862" y="13810"/>
                    </a:moveTo>
                    <a:cubicBezTo>
                      <a:pt x="173784" y="-27047"/>
                      <a:pt x="54666" y="25824"/>
                      <a:pt x="13809" y="131901"/>
                    </a:cubicBezTo>
                    <a:cubicBezTo>
                      <a:pt x="-27048" y="237978"/>
                      <a:pt x="25830" y="357097"/>
                      <a:pt x="131907" y="397954"/>
                    </a:cubicBezTo>
                    <a:cubicBezTo>
                      <a:pt x="237984" y="438811"/>
                      <a:pt x="357096" y="385940"/>
                      <a:pt x="397953" y="279863"/>
                    </a:cubicBezTo>
                    <a:cubicBezTo>
                      <a:pt x="417090" y="230170"/>
                      <a:pt x="416227" y="174998"/>
                      <a:pt x="395549" y="125935"/>
                    </a:cubicBezTo>
                    <a:cubicBezTo>
                      <a:pt x="337897" y="115325"/>
                      <a:pt x="292273" y="71105"/>
                      <a:pt x="279862" y="138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23"/>
              <p:cNvSpPr/>
              <p:nvPr/>
            </p:nvSpPr>
            <p:spPr>
              <a:xfrm>
                <a:off x="2983798" y="1299235"/>
                <a:ext cx="1868927" cy="728163"/>
              </a:xfrm>
              <a:custGeom>
                <a:rect b="b" l="l" r="r" t="t"/>
                <a:pathLst>
                  <a:path extrusionOk="0" h="728163" w="1868927">
                    <a:moveTo>
                      <a:pt x="347015" y="728164"/>
                    </a:moveTo>
                    <a:cubicBezTo>
                      <a:pt x="540354" y="716109"/>
                      <a:pt x="737179" y="710033"/>
                      <a:pt x="937505" y="709944"/>
                    </a:cubicBezTo>
                    <a:cubicBezTo>
                      <a:pt x="1132440" y="709944"/>
                      <a:pt x="1324224" y="715718"/>
                      <a:pt x="1512858" y="727273"/>
                    </a:cubicBezTo>
                    <a:cubicBezTo>
                      <a:pt x="1740396" y="557613"/>
                      <a:pt x="1886015" y="289457"/>
                      <a:pt x="1867316" y="0"/>
                    </a:cubicBezTo>
                    <a:cubicBezTo>
                      <a:pt x="1727793" y="347404"/>
                      <a:pt x="1367307" y="603915"/>
                      <a:pt x="963190" y="603915"/>
                    </a:cubicBezTo>
                    <a:cubicBezTo>
                      <a:pt x="507292" y="603915"/>
                      <a:pt x="141943" y="366308"/>
                      <a:pt x="1940" y="34795"/>
                    </a:cubicBezTo>
                    <a:cubicBezTo>
                      <a:pt x="-53" y="63172"/>
                      <a:pt x="-512" y="91639"/>
                      <a:pt x="570" y="120071"/>
                    </a:cubicBezTo>
                    <a:cubicBezTo>
                      <a:pt x="10022" y="364664"/>
                      <a:pt x="140162" y="582956"/>
                      <a:pt x="347015" y="7281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6" name="Google Shape;386;p23"/>
            <p:cNvGrpSpPr/>
            <p:nvPr/>
          </p:nvGrpSpPr>
          <p:grpSpPr>
            <a:xfrm>
              <a:off x="7270325" y="2150990"/>
              <a:ext cx="1316755" cy="1022671"/>
              <a:chOff x="2860826" y="401530"/>
              <a:chExt cx="2115269" cy="1642581"/>
            </a:xfrm>
          </p:grpSpPr>
          <p:sp>
            <p:nvSpPr>
              <p:cNvPr id="387" name="Google Shape;387;p23"/>
              <p:cNvSpPr/>
              <p:nvPr/>
            </p:nvSpPr>
            <p:spPr>
              <a:xfrm>
                <a:off x="2860826" y="401530"/>
                <a:ext cx="2115269" cy="1642581"/>
              </a:xfrm>
              <a:custGeom>
                <a:rect b="b" l="l" r="r" t="t"/>
                <a:pathLst>
                  <a:path extrusionOk="0" h="1642581" w="2115269">
                    <a:moveTo>
                      <a:pt x="245052" y="1642582"/>
                    </a:moveTo>
                    <a:cubicBezTo>
                      <a:pt x="509714" y="1619636"/>
                      <a:pt x="782253" y="1607649"/>
                      <a:pt x="1060477" y="1607649"/>
                    </a:cubicBezTo>
                    <a:cubicBezTo>
                      <a:pt x="1331715" y="1607649"/>
                      <a:pt x="1597541" y="1619088"/>
                      <a:pt x="1855902" y="1640869"/>
                    </a:cubicBezTo>
                    <a:cubicBezTo>
                      <a:pt x="1868690" y="1627170"/>
                      <a:pt x="1881060" y="1612992"/>
                      <a:pt x="1893026" y="1598334"/>
                    </a:cubicBezTo>
                    <a:cubicBezTo>
                      <a:pt x="1980028" y="1493928"/>
                      <a:pt x="2044145" y="1372426"/>
                      <a:pt x="2081249" y="1241684"/>
                    </a:cubicBezTo>
                    <a:cubicBezTo>
                      <a:pt x="2119756" y="1105894"/>
                      <a:pt x="2125668" y="962926"/>
                      <a:pt x="2098509" y="824416"/>
                    </a:cubicBezTo>
                    <a:cubicBezTo>
                      <a:pt x="2049057" y="569754"/>
                      <a:pt x="1935630" y="368312"/>
                      <a:pt x="1761449" y="225501"/>
                    </a:cubicBezTo>
                    <a:cubicBezTo>
                      <a:pt x="1578980" y="75910"/>
                      <a:pt x="1339797" y="18"/>
                      <a:pt x="1050682" y="18"/>
                    </a:cubicBezTo>
                    <a:cubicBezTo>
                      <a:pt x="903988" y="-836"/>
                      <a:pt x="758732" y="28980"/>
                      <a:pt x="624236" y="87554"/>
                    </a:cubicBezTo>
                    <a:cubicBezTo>
                      <a:pt x="501508" y="141599"/>
                      <a:pt x="390609" y="219263"/>
                      <a:pt x="297861" y="316119"/>
                    </a:cubicBezTo>
                    <a:cubicBezTo>
                      <a:pt x="101419" y="520575"/>
                      <a:pt x="-9679" y="802772"/>
                      <a:pt x="663" y="1071749"/>
                    </a:cubicBezTo>
                    <a:cubicBezTo>
                      <a:pt x="9088" y="1284356"/>
                      <a:pt x="94775" y="1483332"/>
                      <a:pt x="245052" y="1642582"/>
                    </a:cubicBezTo>
                    <a:close/>
                  </a:path>
                </a:pathLst>
              </a:custGeom>
              <a:solidFill>
                <a:srgbClr val="09052E">
                  <a:alpha val="1173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23"/>
              <p:cNvSpPr/>
              <p:nvPr/>
            </p:nvSpPr>
            <p:spPr>
              <a:xfrm>
                <a:off x="2983792" y="475316"/>
                <a:ext cx="1869056" cy="1552082"/>
              </a:xfrm>
              <a:custGeom>
                <a:rect b="b" l="l" r="r" t="t"/>
                <a:pathLst>
                  <a:path extrusionOk="0" h="1552082" w="1869056">
                    <a:moveTo>
                      <a:pt x="347020" y="1552083"/>
                    </a:moveTo>
                    <a:cubicBezTo>
                      <a:pt x="540360" y="1540028"/>
                      <a:pt x="737185" y="1533952"/>
                      <a:pt x="937510" y="1533863"/>
                    </a:cubicBezTo>
                    <a:cubicBezTo>
                      <a:pt x="1132446" y="1533863"/>
                      <a:pt x="1324230" y="1539637"/>
                      <a:pt x="1512863" y="1551192"/>
                    </a:cubicBezTo>
                    <a:cubicBezTo>
                      <a:pt x="1766292" y="1362285"/>
                      <a:pt x="1918076" y="1051183"/>
                      <a:pt x="1854650" y="724876"/>
                    </a:cubicBezTo>
                    <a:cubicBezTo>
                      <a:pt x="1769717" y="285279"/>
                      <a:pt x="1464506" y="0"/>
                      <a:pt x="927716" y="0"/>
                    </a:cubicBezTo>
                    <a:cubicBezTo>
                      <a:pt x="337774" y="0"/>
                      <a:pt x="-16274" y="505694"/>
                      <a:pt x="576" y="943990"/>
                    </a:cubicBezTo>
                    <a:cubicBezTo>
                      <a:pt x="10028" y="1188583"/>
                      <a:pt x="140167" y="1406875"/>
                      <a:pt x="347020" y="155208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23"/>
              <p:cNvSpPr/>
              <p:nvPr/>
            </p:nvSpPr>
            <p:spPr>
              <a:xfrm>
                <a:off x="3347496" y="964575"/>
                <a:ext cx="758060" cy="758156"/>
              </a:xfrm>
              <a:custGeom>
                <a:rect b="b" l="l" r="r" t="t"/>
                <a:pathLst>
                  <a:path extrusionOk="0" h="758156" w="758060">
                    <a:moveTo>
                      <a:pt x="724496" y="223151"/>
                    </a:moveTo>
                    <a:cubicBezTo>
                      <a:pt x="687310" y="294289"/>
                      <a:pt x="599493" y="321817"/>
                      <a:pt x="528355" y="284631"/>
                    </a:cubicBezTo>
                    <a:cubicBezTo>
                      <a:pt x="457217" y="247446"/>
                      <a:pt x="429689" y="159629"/>
                      <a:pt x="466875" y="88491"/>
                    </a:cubicBezTo>
                    <a:cubicBezTo>
                      <a:pt x="479923" y="63532"/>
                      <a:pt x="499937" y="42901"/>
                      <a:pt x="524492" y="29106"/>
                    </a:cubicBezTo>
                    <a:cubicBezTo>
                      <a:pt x="331208" y="-51203"/>
                      <a:pt x="109416" y="40382"/>
                      <a:pt x="29107" y="233665"/>
                    </a:cubicBezTo>
                    <a:cubicBezTo>
                      <a:pt x="-51203" y="426949"/>
                      <a:pt x="40381" y="648740"/>
                      <a:pt x="233665" y="729050"/>
                    </a:cubicBezTo>
                    <a:cubicBezTo>
                      <a:pt x="426949" y="809360"/>
                      <a:pt x="648741" y="717776"/>
                      <a:pt x="729051" y="524492"/>
                    </a:cubicBezTo>
                    <a:cubicBezTo>
                      <a:pt x="769257" y="427730"/>
                      <a:pt x="767606" y="318645"/>
                      <a:pt x="724496" y="2231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95F16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23"/>
              <p:cNvSpPr/>
              <p:nvPr/>
            </p:nvSpPr>
            <p:spPr>
              <a:xfrm>
                <a:off x="3521371" y="1137272"/>
                <a:ext cx="411706" cy="411763"/>
              </a:xfrm>
              <a:custGeom>
                <a:rect b="b" l="l" r="r" t="t"/>
                <a:pathLst>
                  <a:path extrusionOk="0" h="411763" w="411706">
                    <a:moveTo>
                      <a:pt x="279862" y="13810"/>
                    </a:moveTo>
                    <a:cubicBezTo>
                      <a:pt x="173784" y="-27047"/>
                      <a:pt x="54666" y="25824"/>
                      <a:pt x="13809" y="131901"/>
                    </a:cubicBezTo>
                    <a:cubicBezTo>
                      <a:pt x="-27048" y="237978"/>
                      <a:pt x="25830" y="357097"/>
                      <a:pt x="131907" y="397954"/>
                    </a:cubicBezTo>
                    <a:cubicBezTo>
                      <a:pt x="237984" y="438811"/>
                      <a:pt x="357096" y="385940"/>
                      <a:pt x="397953" y="279863"/>
                    </a:cubicBezTo>
                    <a:cubicBezTo>
                      <a:pt x="417090" y="230170"/>
                      <a:pt x="416227" y="174998"/>
                      <a:pt x="395549" y="125935"/>
                    </a:cubicBezTo>
                    <a:cubicBezTo>
                      <a:pt x="337897" y="115325"/>
                      <a:pt x="292273" y="71105"/>
                      <a:pt x="279862" y="138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23"/>
              <p:cNvSpPr/>
              <p:nvPr/>
            </p:nvSpPr>
            <p:spPr>
              <a:xfrm>
                <a:off x="2983798" y="1299235"/>
                <a:ext cx="1868927" cy="728163"/>
              </a:xfrm>
              <a:custGeom>
                <a:rect b="b" l="l" r="r" t="t"/>
                <a:pathLst>
                  <a:path extrusionOk="0" h="728163" w="1868927">
                    <a:moveTo>
                      <a:pt x="347015" y="728164"/>
                    </a:moveTo>
                    <a:cubicBezTo>
                      <a:pt x="540354" y="716109"/>
                      <a:pt x="737179" y="710033"/>
                      <a:pt x="937505" y="709944"/>
                    </a:cubicBezTo>
                    <a:cubicBezTo>
                      <a:pt x="1132440" y="709944"/>
                      <a:pt x="1324224" y="715718"/>
                      <a:pt x="1512858" y="727273"/>
                    </a:cubicBezTo>
                    <a:cubicBezTo>
                      <a:pt x="1740396" y="557613"/>
                      <a:pt x="1886015" y="289457"/>
                      <a:pt x="1867316" y="0"/>
                    </a:cubicBezTo>
                    <a:cubicBezTo>
                      <a:pt x="1727793" y="347404"/>
                      <a:pt x="1367307" y="603915"/>
                      <a:pt x="963190" y="603915"/>
                    </a:cubicBezTo>
                    <a:cubicBezTo>
                      <a:pt x="507292" y="603915"/>
                      <a:pt x="141943" y="366308"/>
                      <a:pt x="1940" y="34795"/>
                    </a:cubicBezTo>
                    <a:cubicBezTo>
                      <a:pt x="-53" y="63172"/>
                      <a:pt x="-512" y="91639"/>
                      <a:pt x="570" y="120071"/>
                    </a:cubicBezTo>
                    <a:cubicBezTo>
                      <a:pt x="10022" y="364664"/>
                      <a:pt x="140162" y="582956"/>
                      <a:pt x="347015" y="7281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2" name="Google Shape;392;p23"/>
          <p:cNvSpPr txBox="1"/>
          <p:nvPr>
            <p:ph idx="4294967295" type="subTitle"/>
          </p:nvPr>
        </p:nvSpPr>
        <p:spPr>
          <a:xfrm>
            <a:off x="855300" y="1909300"/>
            <a:ext cx="4449600" cy="15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➜"/>
            </a:pPr>
            <a:r>
              <a:rPr b="1" lang="en"/>
              <a:t>You can fix this by adding </a:t>
            </a:r>
            <a:r>
              <a:rPr b="1" lang="en">
                <a:solidFill>
                  <a:srgbClr val="FFFFFF"/>
                </a:solidFill>
                <a:highlight>
                  <a:srgbClr val="000000"/>
                </a:highlight>
              </a:rPr>
              <a:t>end=’ ‘</a:t>
            </a:r>
            <a:r>
              <a:rPr b="1" lang="en"/>
              <a:t> after </a:t>
            </a:r>
            <a:r>
              <a:rPr b="1" lang="en">
                <a:solidFill>
                  <a:srgbClr val="FFFFFF"/>
                </a:solidFill>
                <a:highlight>
                  <a:srgbClr val="000000"/>
                </a:highlight>
              </a:rPr>
              <a:t>vs</a:t>
            </a:r>
            <a:endParaRPr b="1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➜"/>
            </a:pPr>
            <a:r>
              <a:rPr b="1" lang="en"/>
              <a:t>Are there any other ways we can fix this?</a:t>
            </a:r>
            <a:endParaRPr b="1"/>
          </a:p>
        </p:txBody>
      </p:sp>
      <p:pic>
        <p:nvPicPr>
          <p:cNvPr id="393" name="Google Shape;3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488" y="3802288"/>
            <a:ext cx="4645116" cy="5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4"/>
          <p:cNvSpPr/>
          <p:nvPr/>
        </p:nvSpPr>
        <p:spPr>
          <a:xfrm flipH="1" rot="5400000">
            <a:off x="5151332" y="3471787"/>
            <a:ext cx="957885" cy="709233"/>
          </a:xfrm>
          <a:custGeom>
            <a:rect b="b" l="l" r="r" t="t"/>
            <a:pathLst>
              <a:path extrusionOk="0" h="1404422" w="1256243">
                <a:moveTo>
                  <a:pt x="136989" y="466050"/>
                </a:moveTo>
                <a:cubicBezTo>
                  <a:pt x="136989" y="466050"/>
                  <a:pt x="267128" y="-13411"/>
                  <a:pt x="705492" y="288"/>
                </a:cubicBezTo>
                <a:cubicBezTo>
                  <a:pt x="1198652" y="15699"/>
                  <a:pt x="1243790" y="411254"/>
                  <a:pt x="1253447" y="589340"/>
                </a:cubicBezTo>
                <a:cubicBezTo>
                  <a:pt x="1267146" y="842769"/>
                  <a:pt x="1239748" y="1020854"/>
                  <a:pt x="958921" y="1150994"/>
                </a:cubicBezTo>
                <a:cubicBezTo>
                  <a:pt x="958921" y="1150994"/>
                  <a:pt x="1137007" y="911263"/>
                  <a:pt x="1013717" y="719479"/>
                </a:cubicBezTo>
                <a:cubicBezTo>
                  <a:pt x="1013717" y="719479"/>
                  <a:pt x="965771" y="1301681"/>
                  <a:pt x="404117" y="1404423"/>
                </a:cubicBezTo>
                <a:cubicBezTo>
                  <a:pt x="404117" y="1404423"/>
                  <a:pt x="657546" y="1157843"/>
                  <a:pt x="506858" y="801672"/>
                </a:cubicBezTo>
                <a:cubicBezTo>
                  <a:pt x="506858" y="801672"/>
                  <a:pt x="520557" y="1144144"/>
                  <a:pt x="123290" y="1130445"/>
                </a:cubicBezTo>
                <a:cubicBezTo>
                  <a:pt x="123290" y="1130445"/>
                  <a:pt x="363020" y="993457"/>
                  <a:pt x="294526" y="746877"/>
                </a:cubicBezTo>
                <a:cubicBezTo>
                  <a:pt x="253429" y="842769"/>
                  <a:pt x="157537" y="904414"/>
                  <a:pt x="0" y="870167"/>
                </a:cubicBezTo>
                <a:cubicBezTo>
                  <a:pt x="116440" y="801672"/>
                  <a:pt x="116440" y="561942"/>
                  <a:pt x="136989" y="466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65000">
                <a:schemeClr val="accent6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28575" rotWithShape="0" algn="bl" dir="5400000" dist="38100">
              <a:schemeClr val="dk1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/>
          <p:nvPr/>
        </p:nvSpPr>
        <p:spPr>
          <a:xfrm rot="-5400000">
            <a:off x="8158030" y="3471787"/>
            <a:ext cx="957885" cy="709233"/>
          </a:xfrm>
          <a:custGeom>
            <a:rect b="b" l="l" r="r" t="t"/>
            <a:pathLst>
              <a:path extrusionOk="0" h="1404422" w="1256243">
                <a:moveTo>
                  <a:pt x="136989" y="466050"/>
                </a:moveTo>
                <a:cubicBezTo>
                  <a:pt x="136989" y="466050"/>
                  <a:pt x="267128" y="-13411"/>
                  <a:pt x="705492" y="288"/>
                </a:cubicBezTo>
                <a:cubicBezTo>
                  <a:pt x="1198652" y="15699"/>
                  <a:pt x="1243790" y="411254"/>
                  <a:pt x="1253447" y="589340"/>
                </a:cubicBezTo>
                <a:cubicBezTo>
                  <a:pt x="1267146" y="842769"/>
                  <a:pt x="1239748" y="1020854"/>
                  <a:pt x="958921" y="1150994"/>
                </a:cubicBezTo>
                <a:cubicBezTo>
                  <a:pt x="958921" y="1150994"/>
                  <a:pt x="1137007" y="911263"/>
                  <a:pt x="1013717" y="719479"/>
                </a:cubicBezTo>
                <a:cubicBezTo>
                  <a:pt x="1013717" y="719479"/>
                  <a:pt x="965771" y="1301681"/>
                  <a:pt x="404117" y="1404423"/>
                </a:cubicBezTo>
                <a:cubicBezTo>
                  <a:pt x="404117" y="1404423"/>
                  <a:pt x="657546" y="1157843"/>
                  <a:pt x="506858" y="801672"/>
                </a:cubicBezTo>
                <a:cubicBezTo>
                  <a:pt x="506858" y="801672"/>
                  <a:pt x="520557" y="1144144"/>
                  <a:pt x="123290" y="1130445"/>
                </a:cubicBezTo>
                <a:cubicBezTo>
                  <a:pt x="123290" y="1130445"/>
                  <a:pt x="363020" y="993457"/>
                  <a:pt x="294526" y="746877"/>
                </a:cubicBezTo>
                <a:cubicBezTo>
                  <a:pt x="253429" y="842769"/>
                  <a:pt x="157537" y="904414"/>
                  <a:pt x="0" y="870167"/>
                </a:cubicBezTo>
                <a:cubicBezTo>
                  <a:pt x="116440" y="801672"/>
                  <a:pt x="116440" y="561942"/>
                  <a:pt x="136989" y="466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65000">
                <a:schemeClr val="accent6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28575" rotWithShape="0" algn="bl" dir="5400000" dist="38100">
              <a:schemeClr val="dk1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 txBox="1"/>
          <p:nvPr>
            <p:ph idx="4294967295" type="ctrTitle"/>
          </p:nvPr>
        </p:nvSpPr>
        <p:spPr>
          <a:xfrm>
            <a:off x="855300" y="279300"/>
            <a:ext cx="7433400" cy="99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Check the result</a:t>
            </a:r>
            <a:endParaRPr sz="6000"/>
          </a:p>
        </p:txBody>
      </p:sp>
      <p:sp>
        <p:nvSpPr>
          <p:cNvPr id="401" name="Google Shape;401;p24"/>
          <p:cNvSpPr txBox="1"/>
          <p:nvPr>
            <p:ph idx="4294967295" type="subTitle"/>
          </p:nvPr>
        </p:nvSpPr>
        <p:spPr>
          <a:xfrm>
            <a:off x="855300" y="1331301"/>
            <a:ext cx="7433400" cy="53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Let’s add some code to see who won.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need to compare the </a:t>
            </a:r>
            <a:r>
              <a:rPr lang="en" sz="1900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player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900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computer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variables to see who won.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they’re the same then its a draw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4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03" name="Google Shape;403;p24"/>
          <p:cNvGrpSpPr/>
          <p:nvPr/>
        </p:nvGrpSpPr>
        <p:grpSpPr>
          <a:xfrm>
            <a:off x="6685784" y="4209129"/>
            <a:ext cx="896008" cy="591857"/>
            <a:chOff x="6080071" y="2960311"/>
            <a:chExt cx="1301013" cy="857763"/>
          </a:xfrm>
        </p:grpSpPr>
        <p:sp>
          <p:nvSpPr>
            <p:cNvPr id="404" name="Google Shape;404;p24"/>
            <p:cNvSpPr/>
            <p:nvPr/>
          </p:nvSpPr>
          <p:spPr>
            <a:xfrm>
              <a:off x="6080071" y="2960311"/>
              <a:ext cx="1301013" cy="857421"/>
            </a:xfrm>
            <a:custGeom>
              <a:rect b="b" l="l" r="r" t="t"/>
              <a:pathLst>
                <a:path extrusionOk="0" h="1411393" w="2141585">
                  <a:moveTo>
                    <a:pt x="0" y="419802"/>
                  </a:moveTo>
                  <a:lnTo>
                    <a:pt x="2132709" y="0"/>
                  </a:lnTo>
                  <a:cubicBezTo>
                    <a:pt x="2132709" y="0"/>
                    <a:pt x="2300658" y="1376737"/>
                    <a:pt x="1175500" y="1410574"/>
                  </a:cubicBezTo>
                  <a:cubicBezTo>
                    <a:pt x="50343" y="1444410"/>
                    <a:pt x="0" y="419802"/>
                    <a:pt x="0" y="419802"/>
                  </a:cubicBezTo>
                  <a:close/>
                </a:path>
              </a:pathLst>
            </a:custGeom>
            <a:solidFill>
              <a:srgbClr val="4C11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6327898" y="3465710"/>
              <a:ext cx="879268" cy="352365"/>
            </a:xfrm>
            <a:custGeom>
              <a:rect b="b" l="l" r="r" t="t"/>
              <a:pathLst>
                <a:path extrusionOk="0" h="580024" w="1447354">
                  <a:moveTo>
                    <a:pt x="1447355" y="287676"/>
                  </a:moveTo>
                  <a:cubicBezTo>
                    <a:pt x="1320914" y="12671"/>
                    <a:pt x="873783" y="0"/>
                    <a:pt x="658779" y="0"/>
                  </a:cubicBezTo>
                  <a:cubicBezTo>
                    <a:pt x="406856" y="0"/>
                    <a:pt x="54179" y="83974"/>
                    <a:pt x="0" y="366856"/>
                  </a:cubicBezTo>
                  <a:cubicBezTo>
                    <a:pt x="172743" y="498159"/>
                    <a:pt x="418500" y="589805"/>
                    <a:pt x="767890" y="579188"/>
                  </a:cubicBezTo>
                  <a:cubicBezTo>
                    <a:pt x="1087759" y="570010"/>
                    <a:pt x="1302968" y="451583"/>
                    <a:pt x="1447355" y="287676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rgbClr val="FF6B4B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6487354" y="3095947"/>
              <a:ext cx="200728" cy="193929"/>
            </a:xfrm>
            <a:custGeom>
              <a:rect b="b" l="l" r="r" t="t"/>
              <a:pathLst>
                <a:path extrusionOk="0" h="319224" w="330416">
                  <a:moveTo>
                    <a:pt x="0" y="65070"/>
                  </a:moveTo>
                  <a:cubicBezTo>
                    <a:pt x="36850" y="195209"/>
                    <a:pt x="93564" y="314869"/>
                    <a:pt x="178085" y="319115"/>
                  </a:cubicBezTo>
                  <a:cubicBezTo>
                    <a:pt x="275074" y="324047"/>
                    <a:pt x="314731" y="160345"/>
                    <a:pt x="330417" y="0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28575" rotWithShape="0" algn="bl" dir="5400000" dist="19050">
                <a:schemeClr val="dk1">
                  <a:alpha val="64999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24"/>
            <p:cNvSpPr/>
            <p:nvPr/>
          </p:nvSpPr>
          <p:spPr>
            <a:xfrm>
              <a:off x="6233989" y="3151418"/>
              <a:ext cx="172433" cy="159757"/>
            </a:xfrm>
            <a:custGeom>
              <a:rect b="b" l="l" r="r" t="t"/>
              <a:pathLst>
                <a:path extrusionOk="0" h="262975" w="283840">
                  <a:moveTo>
                    <a:pt x="283841" y="0"/>
                  </a:moveTo>
                  <a:lnTo>
                    <a:pt x="0" y="55892"/>
                  </a:lnTo>
                  <a:cubicBezTo>
                    <a:pt x="32398" y="163907"/>
                    <a:pt x="80960" y="259320"/>
                    <a:pt x="151852" y="262881"/>
                  </a:cubicBezTo>
                  <a:cubicBezTo>
                    <a:pt x="233498" y="266991"/>
                    <a:pt x="268909" y="135003"/>
                    <a:pt x="283841" y="0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28575" rotWithShape="0" algn="bl" dir="5400000" dist="19050">
                <a:schemeClr val="dk1">
                  <a:alpha val="64999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24"/>
            <p:cNvSpPr/>
            <p:nvPr/>
          </p:nvSpPr>
          <p:spPr>
            <a:xfrm>
              <a:off x="7030567" y="2990920"/>
              <a:ext cx="191158" cy="259785"/>
            </a:xfrm>
            <a:custGeom>
              <a:rect b="b" l="l" r="r" t="t"/>
              <a:pathLst>
                <a:path extrusionOk="0" h="427629" w="314663">
                  <a:moveTo>
                    <a:pt x="0" y="61919"/>
                  </a:moveTo>
                  <a:cubicBezTo>
                    <a:pt x="23494" y="204593"/>
                    <a:pt x="76440" y="422268"/>
                    <a:pt x="181031" y="427542"/>
                  </a:cubicBezTo>
                  <a:cubicBezTo>
                    <a:pt x="297060" y="433364"/>
                    <a:pt x="313705" y="146715"/>
                    <a:pt x="314664" y="0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28575" rotWithShape="0" algn="bl" dir="5400000" dist="19050">
                <a:schemeClr val="dk1">
                  <a:alpha val="64999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6771121" y="3039228"/>
              <a:ext cx="205138" cy="231006"/>
            </a:xfrm>
            <a:custGeom>
              <a:rect b="b" l="l" r="r" t="t"/>
              <a:pathLst>
                <a:path extrusionOk="0" h="380256" w="337676">
                  <a:moveTo>
                    <a:pt x="337677" y="0"/>
                  </a:moveTo>
                  <a:lnTo>
                    <a:pt x="0" y="66439"/>
                  </a:lnTo>
                  <a:cubicBezTo>
                    <a:pt x="33288" y="214524"/>
                    <a:pt x="91371" y="375281"/>
                    <a:pt x="187469" y="380144"/>
                  </a:cubicBezTo>
                  <a:cubicBezTo>
                    <a:pt x="295279" y="385897"/>
                    <a:pt x="328362" y="171304"/>
                    <a:pt x="337677" y="0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28575" rotWithShape="0" algn="bl" dir="5400000" dist="19050">
                <a:schemeClr val="dk1">
                  <a:alpha val="64999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24"/>
          <p:cNvGrpSpPr/>
          <p:nvPr/>
        </p:nvGrpSpPr>
        <p:grpSpPr>
          <a:xfrm>
            <a:off x="6101472" y="3588258"/>
            <a:ext cx="694654" cy="540573"/>
            <a:chOff x="2860826" y="401530"/>
            <a:chExt cx="2115269" cy="1642581"/>
          </a:xfrm>
        </p:grpSpPr>
        <p:sp>
          <p:nvSpPr>
            <p:cNvPr id="411" name="Google Shape;411;p24"/>
            <p:cNvSpPr/>
            <p:nvPr/>
          </p:nvSpPr>
          <p:spPr>
            <a:xfrm>
              <a:off x="2860826" y="401530"/>
              <a:ext cx="2115269" cy="1642581"/>
            </a:xfrm>
            <a:custGeom>
              <a:rect b="b" l="l" r="r" t="t"/>
              <a:pathLst>
                <a:path extrusionOk="0" h="1642581" w="2115269">
                  <a:moveTo>
                    <a:pt x="245052" y="1642582"/>
                  </a:moveTo>
                  <a:cubicBezTo>
                    <a:pt x="509714" y="1619636"/>
                    <a:pt x="782253" y="1607649"/>
                    <a:pt x="1060477" y="1607649"/>
                  </a:cubicBezTo>
                  <a:cubicBezTo>
                    <a:pt x="1331715" y="1607649"/>
                    <a:pt x="1597541" y="1619088"/>
                    <a:pt x="1855902" y="1640869"/>
                  </a:cubicBezTo>
                  <a:cubicBezTo>
                    <a:pt x="1868690" y="1627170"/>
                    <a:pt x="1881060" y="1612992"/>
                    <a:pt x="1893026" y="1598334"/>
                  </a:cubicBezTo>
                  <a:cubicBezTo>
                    <a:pt x="1980028" y="1493928"/>
                    <a:pt x="2044145" y="1372426"/>
                    <a:pt x="2081249" y="1241684"/>
                  </a:cubicBezTo>
                  <a:cubicBezTo>
                    <a:pt x="2119756" y="1105894"/>
                    <a:pt x="2125668" y="962926"/>
                    <a:pt x="2098509" y="824416"/>
                  </a:cubicBezTo>
                  <a:cubicBezTo>
                    <a:pt x="2049057" y="569754"/>
                    <a:pt x="1935630" y="368312"/>
                    <a:pt x="1761449" y="225501"/>
                  </a:cubicBezTo>
                  <a:cubicBezTo>
                    <a:pt x="1578980" y="75910"/>
                    <a:pt x="1339797" y="18"/>
                    <a:pt x="1050682" y="18"/>
                  </a:cubicBezTo>
                  <a:cubicBezTo>
                    <a:pt x="903988" y="-836"/>
                    <a:pt x="758732" y="28980"/>
                    <a:pt x="624236" y="87554"/>
                  </a:cubicBezTo>
                  <a:cubicBezTo>
                    <a:pt x="501508" y="141599"/>
                    <a:pt x="390609" y="219263"/>
                    <a:pt x="297861" y="316119"/>
                  </a:cubicBezTo>
                  <a:cubicBezTo>
                    <a:pt x="101419" y="520575"/>
                    <a:pt x="-9679" y="802772"/>
                    <a:pt x="663" y="1071749"/>
                  </a:cubicBezTo>
                  <a:cubicBezTo>
                    <a:pt x="9088" y="1284356"/>
                    <a:pt x="94775" y="1483332"/>
                    <a:pt x="245052" y="1642582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4"/>
            <p:cNvSpPr/>
            <p:nvPr/>
          </p:nvSpPr>
          <p:spPr>
            <a:xfrm>
              <a:off x="2983792" y="475316"/>
              <a:ext cx="1869056" cy="1552082"/>
            </a:xfrm>
            <a:custGeom>
              <a:rect b="b" l="l" r="r" t="t"/>
              <a:pathLst>
                <a:path extrusionOk="0" h="1552082" w="1869056">
                  <a:moveTo>
                    <a:pt x="347020" y="1552083"/>
                  </a:moveTo>
                  <a:cubicBezTo>
                    <a:pt x="540360" y="1540028"/>
                    <a:pt x="737185" y="1533952"/>
                    <a:pt x="937510" y="1533863"/>
                  </a:cubicBezTo>
                  <a:cubicBezTo>
                    <a:pt x="1132446" y="1533863"/>
                    <a:pt x="1324230" y="1539637"/>
                    <a:pt x="1512863" y="1551192"/>
                  </a:cubicBezTo>
                  <a:cubicBezTo>
                    <a:pt x="1766292" y="1362285"/>
                    <a:pt x="1918076" y="1051183"/>
                    <a:pt x="1854650" y="724876"/>
                  </a:cubicBezTo>
                  <a:cubicBezTo>
                    <a:pt x="1769717" y="285279"/>
                    <a:pt x="1464506" y="0"/>
                    <a:pt x="927716" y="0"/>
                  </a:cubicBezTo>
                  <a:cubicBezTo>
                    <a:pt x="337774" y="0"/>
                    <a:pt x="-16274" y="505694"/>
                    <a:pt x="576" y="943990"/>
                  </a:cubicBezTo>
                  <a:cubicBezTo>
                    <a:pt x="10028" y="1188583"/>
                    <a:pt x="140167" y="1406875"/>
                    <a:pt x="347020" y="15520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4"/>
            <p:cNvSpPr/>
            <p:nvPr/>
          </p:nvSpPr>
          <p:spPr>
            <a:xfrm>
              <a:off x="3539074" y="677245"/>
              <a:ext cx="758060" cy="758156"/>
            </a:xfrm>
            <a:custGeom>
              <a:rect b="b" l="l" r="r" t="t"/>
              <a:pathLst>
                <a:path extrusionOk="0" h="758156" w="758060">
                  <a:moveTo>
                    <a:pt x="724496" y="223151"/>
                  </a:moveTo>
                  <a:cubicBezTo>
                    <a:pt x="687310" y="294289"/>
                    <a:pt x="599493" y="321817"/>
                    <a:pt x="528355" y="284631"/>
                  </a:cubicBezTo>
                  <a:cubicBezTo>
                    <a:pt x="457217" y="247446"/>
                    <a:pt x="429689" y="159629"/>
                    <a:pt x="466875" y="88491"/>
                  </a:cubicBezTo>
                  <a:cubicBezTo>
                    <a:pt x="479923" y="63532"/>
                    <a:pt x="499937" y="42901"/>
                    <a:pt x="524492" y="29106"/>
                  </a:cubicBezTo>
                  <a:cubicBezTo>
                    <a:pt x="331208" y="-51203"/>
                    <a:pt x="109416" y="40382"/>
                    <a:pt x="29107" y="233665"/>
                  </a:cubicBezTo>
                  <a:cubicBezTo>
                    <a:pt x="-51203" y="426949"/>
                    <a:pt x="40381" y="648740"/>
                    <a:pt x="233665" y="729050"/>
                  </a:cubicBezTo>
                  <a:cubicBezTo>
                    <a:pt x="426949" y="809360"/>
                    <a:pt x="648741" y="717776"/>
                    <a:pt x="729051" y="524492"/>
                  </a:cubicBezTo>
                  <a:cubicBezTo>
                    <a:pt x="769257" y="427730"/>
                    <a:pt x="767606" y="318645"/>
                    <a:pt x="724496" y="22315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24"/>
            <p:cNvSpPr/>
            <p:nvPr/>
          </p:nvSpPr>
          <p:spPr>
            <a:xfrm>
              <a:off x="3712949" y="849942"/>
              <a:ext cx="411706" cy="411763"/>
            </a:xfrm>
            <a:custGeom>
              <a:rect b="b" l="l" r="r" t="t"/>
              <a:pathLst>
                <a:path extrusionOk="0" h="411763" w="411706">
                  <a:moveTo>
                    <a:pt x="279862" y="13810"/>
                  </a:moveTo>
                  <a:cubicBezTo>
                    <a:pt x="173784" y="-27047"/>
                    <a:pt x="54666" y="25824"/>
                    <a:pt x="13809" y="131901"/>
                  </a:cubicBezTo>
                  <a:cubicBezTo>
                    <a:pt x="-27048" y="237978"/>
                    <a:pt x="25830" y="357097"/>
                    <a:pt x="131907" y="397954"/>
                  </a:cubicBezTo>
                  <a:cubicBezTo>
                    <a:pt x="237984" y="438811"/>
                    <a:pt x="357096" y="385940"/>
                    <a:pt x="397953" y="279863"/>
                  </a:cubicBezTo>
                  <a:cubicBezTo>
                    <a:pt x="417090" y="230170"/>
                    <a:pt x="416227" y="174998"/>
                    <a:pt x="395549" y="125935"/>
                  </a:cubicBezTo>
                  <a:cubicBezTo>
                    <a:pt x="337897" y="115325"/>
                    <a:pt x="292273" y="71105"/>
                    <a:pt x="279862" y="13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24"/>
            <p:cNvSpPr/>
            <p:nvPr/>
          </p:nvSpPr>
          <p:spPr>
            <a:xfrm>
              <a:off x="2983798" y="1299235"/>
              <a:ext cx="1868927" cy="728163"/>
            </a:xfrm>
            <a:custGeom>
              <a:rect b="b" l="l" r="r" t="t"/>
              <a:pathLst>
                <a:path extrusionOk="0" h="728163" w="1868927">
                  <a:moveTo>
                    <a:pt x="347015" y="728164"/>
                  </a:moveTo>
                  <a:cubicBezTo>
                    <a:pt x="540354" y="716109"/>
                    <a:pt x="737179" y="710033"/>
                    <a:pt x="937505" y="709944"/>
                  </a:cubicBezTo>
                  <a:cubicBezTo>
                    <a:pt x="1132440" y="709944"/>
                    <a:pt x="1324224" y="715718"/>
                    <a:pt x="1512858" y="727273"/>
                  </a:cubicBezTo>
                  <a:cubicBezTo>
                    <a:pt x="1740396" y="557613"/>
                    <a:pt x="1886015" y="289457"/>
                    <a:pt x="1867316" y="0"/>
                  </a:cubicBezTo>
                  <a:cubicBezTo>
                    <a:pt x="1727793" y="347404"/>
                    <a:pt x="1367307" y="603915"/>
                    <a:pt x="963190" y="603915"/>
                  </a:cubicBezTo>
                  <a:cubicBezTo>
                    <a:pt x="507292" y="603915"/>
                    <a:pt x="141943" y="366308"/>
                    <a:pt x="1940" y="34795"/>
                  </a:cubicBezTo>
                  <a:cubicBezTo>
                    <a:pt x="-53" y="63172"/>
                    <a:pt x="-512" y="91639"/>
                    <a:pt x="570" y="120071"/>
                  </a:cubicBezTo>
                  <a:cubicBezTo>
                    <a:pt x="10022" y="364664"/>
                    <a:pt x="140162" y="582956"/>
                    <a:pt x="347015" y="728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" name="Google Shape;416;p24"/>
          <p:cNvGrpSpPr/>
          <p:nvPr/>
        </p:nvGrpSpPr>
        <p:grpSpPr>
          <a:xfrm>
            <a:off x="6786181" y="3483100"/>
            <a:ext cx="694654" cy="540573"/>
            <a:chOff x="2860826" y="401530"/>
            <a:chExt cx="2115269" cy="1642581"/>
          </a:xfrm>
        </p:grpSpPr>
        <p:sp>
          <p:nvSpPr>
            <p:cNvPr id="417" name="Google Shape;417;p24"/>
            <p:cNvSpPr/>
            <p:nvPr/>
          </p:nvSpPr>
          <p:spPr>
            <a:xfrm>
              <a:off x="2860826" y="401530"/>
              <a:ext cx="2115269" cy="1642581"/>
            </a:xfrm>
            <a:custGeom>
              <a:rect b="b" l="l" r="r" t="t"/>
              <a:pathLst>
                <a:path extrusionOk="0" h="1642581" w="2115269">
                  <a:moveTo>
                    <a:pt x="245052" y="1642582"/>
                  </a:moveTo>
                  <a:cubicBezTo>
                    <a:pt x="509714" y="1619636"/>
                    <a:pt x="782253" y="1607649"/>
                    <a:pt x="1060477" y="1607649"/>
                  </a:cubicBezTo>
                  <a:cubicBezTo>
                    <a:pt x="1331715" y="1607649"/>
                    <a:pt x="1597541" y="1619088"/>
                    <a:pt x="1855902" y="1640869"/>
                  </a:cubicBezTo>
                  <a:cubicBezTo>
                    <a:pt x="1868690" y="1627170"/>
                    <a:pt x="1881060" y="1612992"/>
                    <a:pt x="1893026" y="1598334"/>
                  </a:cubicBezTo>
                  <a:cubicBezTo>
                    <a:pt x="1980028" y="1493928"/>
                    <a:pt x="2044145" y="1372426"/>
                    <a:pt x="2081249" y="1241684"/>
                  </a:cubicBezTo>
                  <a:cubicBezTo>
                    <a:pt x="2119756" y="1105894"/>
                    <a:pt x="2125668" y="962926"/>
                    <a:pt x="2098509" y="824416"/>
                  </a:cubicBezTo>
                  <a:cubicBezTo>
                    <a:pt x="2049057" y="569754"/>
                    <a:pt x="1935630" y="368312"/>
                    <a:pt x="1761449" y="225501"/>
                  </a:cubicBezTo>
                  <a:cubicBezTo>
                    <a:pt x="1578980" y="75910"/>
                    <a:pt x="1339797" y="18"/>
                    <a:pt x="1050682" y="18"/>
                  </a:cubicBezTo>
                  <a:cubicBezTo>
                    <a:pt x="903988" y="-836"/>
                    <a:pt x="758732" y="28980"/>
                    <a:pt x="624236" y="87554"/>
                  </a:cubicBezTo>
                  <a:cubicBezTo>
                    <a:pt x="501508" y="141599"/>
                    <a:pt x="390609" y="219263"/>
                    <a:pt x="297861" y="316119"/>
                  </a:cubicBezTo>
                  <a:cubicBezTo>
                    <a:pt x="101419" y="520575"/>
                    <a:pt x="-9679" y="802772"/>
                    <a:pt x="663" y="1071749"/>
                  </a:cubicBezTo>
                  <a:cubicBezTo>
                    <a:pt x="9088" y="1284356"/>
                    <a:pt x="94775" y="1483332"/>
                    <a:pt x="245052" y="1642582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24"/>
            <p:cNvSpPr/>
            <p:nvPr/>
          </p:nvSpPr>
          <p:spPr>
            <a:xfrm>
              <a:off x="2983792" y="475316"/>
              <a:ext cx="1869056" cy="1552082"/>
            </a:xfrm>
            <a:custGeom>
              <a:rect b="b" l="l" r="r" t="t"/>
              <a:pathLst>
                <a:path extrusionOk="0" h="1552082" w="1869056">
                  <a:moveTo>
                    <a:pt x="347020" y="1552083"/>
                  </a:moveTo>
                  <a:cubicBezTo>
                    <a:pt x="540360" y="1540028"/>
                    <a:pt x="737185" y="1533952"/>
                    <a:pt x="937510" y="1533863"/>
                  </a:cubicBezTo>
                  <a:cubicBezTo>
                    <a:pt x="1132446" y="1533863"/>
                    <a:pt x="1324230" y="1539637"/>
                    <a:pt x="1512863" y="1551192"/>
                  </a:cubicBezTo>
                  <a:cubicBezTo>
                    <a:pt x="1766292" y="1362285"/>
                    <a:pt x="1918076" y="1051183"/>
                    <a:pt x="1854650" y="724876"/>
                  </a:cubicBezTo>
                  <a:cubicBezTo>
                    <a:pt x="1769717" y="285279"/>
                    <a:pt x="1464506" y="0"/>
                    <a:pt x="927716" y="0"/>
                  </a:cubicBezTo>
                  <a:cubicBezTo>
                    <a:pt x="337774" y="0"/>
                    <a:pt x="-16274" y="505694"/>
                    <a:pt x="576" y="943990"/>
                  </a:cubicBezTo>
                  <a:cubicBezTo>
                    <a:pt x="10028" y="1188583"/>
                    <a:pt x="140167" y="1406875"/>
                    <a:pt x="347020" y="15520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>
              <a:off x="3539074" y="677245"/>
              <a:ext cx="758060" cy="758156"/>
            </a:xfrm>
            <a:custGeom>
              <a:rect b="b" l="l" r="r" t="t"/>
              <a:pathLst>
                <a:path extrusionOk="0" h="758156" w="758060">
                  <a:moveTo>
                    <a:pt x="724496" y="223151"/>
                  </a:moveTo>
                  <a:cubicBezTo>
                    <a:pt x="687310" y="294289"/>
                    <a:pt x="599493" y="321817"/>
                    <a:pt x="528355" y="284631"/>
                  </a:cubicBezTo>
                  <a:cubicBezTo>
                    <a:pt x="457217" y="247446"/>
                    <a:pt x="429689" y="159629"/>
                    <a:pt x="466875" y="88491"/>
                  </a:cubicBezTo>
                  <a:cubicBezTo>
                    <a:pt x="479923" y="63532"/>
                    <a:pt x="499937" y="42901"/>
                    <a:pt x="524492" y="29106"/>
                  </a:cubicBezTo>
                  <a:cubicBezTo>
                    <a:pt x="331208" y="-51203"/>
                    <a:pt x="109416" y="40382"/>
                    <a:pt x="29107" y="233665"/>
                  </a:cubicBezTo>
                  <a:cubicBezTo>
                    <a:pt x="-51203" y="426949"/>
                    <a:pt x="40381" y="648740"/>
                    <a:pt x="233665" y="729050"/>
                  </a:cubicBezTo>
                  <a:cubicBezTo>
                    <a:pt x="426949" y="809360"/>
                    <a:pt x="648741" y="717776"/>
                    <a:pt x="729051" y="524492"/>
                  </a:cubicBezTo>
                  <a:cubicBezTo>
                    <a:pt x="769257" y="427730"/>
                    <a:pt x="767606" y="318645"/>
                    <a:pt x="724496" y="22315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3712949" y="849942"/>
              <a:ext cx="411706" cy="411763"/>
            </a:xfrm>
            <a:custGeom>
              <a:rect b="b" l="l" r="r" t="t"/>
              <a:pathLst>
                <a:path extrusionOk="0" h="411763" w="411706">
                  <a:moveTo>
                    <a:pt x="279862" y="13810"/>
                  </a:moveTo>
                  <a:cubicBezTo>
                    <a:pt x="173784" y="-27047"/>
                    <a:pt x="54666" y="25824"/>
                    <a:pt x="13809" y="131901"/>
                  </a:cubicBezTo>
                  <a:cubicBezTo>
                    <a:pt x="-27048" y="237978"/>
                    <a:pt x="25830" y="357097"/>
                    <a:pt x="131907" y="397954"/>
                  </a:cubicBezTo>
                  <a:cubicBezTo>
                    <a:pt x="237984" y="438811"/>
                    <a:pt x="357096" y="385940"/>
                    <a:pt x="397953" y="279863"/>
                  </a:cubicBezTo>
                  <a:cubicBezTo>
                    <a:pt x="417090" y="230170"/>
                    <a:pt x="416227" y="174998"/>
                    <a:pt x="395549" y="125935"/>
                  </a:cubicBezTo>
                  <a:cubicBezTo>
                    <a:pt x="337897" y="115325"/>
                    <a:pt x="292273" y="71105"/>
                    <a:pt x="279862" y="13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24"/>
            <p:cNvSpPr/>
            <p:nvPr/>
          </p:nvSpPr>
          <p:spPr>
            <a:xfrm>
              <a:off x="2983798" y="1299235"/>
              <a:ext cx="1868927" cy="728163"/>
            </a:xfrm>
            <a:custGeom>
              <a:rect b="b" l="l" r="r" t="t"/>
              <a:pathLst>
                <a:path extrusionOk="0" h="728163" w="1868927">
                  <a:moveTo>
                    <a:pt x="347015" y="728164"/>
                  </a:moveTo>
                  <a:cubicBezTo>
                    <a:pt x="540354" y="716109"/>
                    <a:pt x="737179" y="710033"/>
                    <a:pt x="937505" y="709944"/>
                  </a:cubicBezTo>
                  <a:cubicBezTo>
                    <a:pt x="1132440" y="709944"/>
                    <a:pt x="1324224" y="715718"/>
                    <a:pt x="1512858" y="727273"/>
                  </a:cubicBezTo>
                  <a:cubicBezTo>
                    <a:pt x="1740396" y="557613"/>
                    <a:pt x="1886015" y="289457"/>
                    <a:pt x="1867316" y="0"/>
                  </a:cubicBezTo>
                  <a:cubicBezTo>
                    <a:pt x="1727793" y="347404"/>
                    <a:pt x="1367307" y="603915"/>
                    <a:pt x="963190" y="603915"/>
                  </a:cubicBezTo>
                  <a:cubicBezTo>
                    <a:pt x="507292" y="603915"/>
                    <a:pt x="141943" y="366308"/>
                    <a:pt x="1940" y="34795"/>
                  </a:cubicBezTo>
                  <a:cubicBezTo>
                    <a:pt x="-53" y="63172"/>
                    <a:pt x="-512" y="91639"/>
                    <a:pt x="570" y="120071"/>
                  </a:cubicBezTo>
                  <a:cubicBezTo>
                    <a:pt x="10022" y="364664"/>
                    <a:pt x="140162" y="582956"/>
                    <a:pt x="347015" y="728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2" name="Google Shape;422;p24"/>
          <p:cNvGrpSpPr/>
          <p:nvPr/>
        </p:nvGrpSpPr>
        <p:grpSpPr>
          <a:xfrm>
            <a:off x="7470889" y="3588258"/>
            <a:ext cx="694654" cy="540573"/>
            <a:chOff x="2860826" y="401530"/>
            <a:chExt cx="2115269" cy="1642581"/>
          </a:xfrm>
        </p:grpSpPr>
        <p:sp>
          <p:nvSpPr>
            <p:cNvPr id="423" name="Google Shape;423;p24"/>
            <p:cNvSpPr/>
            <p:nvPr/>
          </p:nvSpPr>
          <p:spPr>
            <a:xfrm>
              <a:off x="2860826" y="401530"/>
              <a:ext cx="2115269" cy="1642581"/>
            </a:xfrm>
            <a:custGeom>
              <a:rect b="b" l="l" r="r" t="t"/>
              <a:pathLst>
                <a:path extrusionOk="0" h="1642581" w="2115269">
                  <a:moveTo>
                    <a:pt x="245052" y="1642582"/>
                  </a:moveTo>
                  <a:cubicBezTo>
                    <a:pt x="509714" y="1619636"/>
                    <a:pt x="782253" y="1607649"/>
                    <a:pt x="1060477" y="1607649"/>
                  </a:cubicBezTo>
                  <a:cubicBezTo>
                    <a:pt x="1331715" y="1607649"/>
                    <a:pt x="1597541" y="1619088"/>
                    <a:pt x="1855902" y="1640869"/>
                  </a:cubicBezTo>
                  <a:cubicBezTo>
                    <a:pt x="1868690" y="1627170"/>
                    <a:pt x="1881060" y="1612992"/>
                    <a:pt x="1893026" y="1598334"/>
                  </a:cubicBezTo>
                  <a:cubicBezTo>
                    <a:pt x="1980028" y="1493928"/>
                    <a:pt x="2044145" y="1372426"/>
                    <a:pt x="2081249" y="1241684"/>
                  </a:cubicBezTo>
                  <a:cubicBezTo>
                    <a:pt x="2119756" y="1105894"/>
                    <a:pt x="2125668" y="962926"/>
                    <a:pt x="2098509" y="824416"/>
                  </a:cubicBezTo>
                  <a:cubicBezTo>
                    <a:pt x="2049057" y="569754"/>
                    <a:pt x="1935630" y="368312"/>
                    <a:pt x="1761449" y="225501"/>
                  </a:cubicBezTo>
                  <a:cubicBezTo>
                    <a:pt x="1578980" y="75910"/>
                    <a:pt x="1339797" y="18"/>
                    <a:pt x="1050682" y="18"/>
                  </a:cubicBezTo>
                  <a:cubicBezTo>
                    <a:pt x="903988" y="-836"/>
                    <a:pt x="758732" y="28980"/>
                    <a:pt x="624236" y="87554"/>
                  </a:cubicBezTo>
                  <a:cubicBezTo>
                    <a:pt x="501508" y="141599"/>
                    <a:pt x="390609" y="219263"/>
                    <a:pt x="297861" y="316119"/>
                  </a:cubicBezTo>
                  <a:cubicBezTo>
                    <a:pt x="101419" y="520575"/>
                    <a:pt x="-9679" y="802772"/>
                    <a:pt x="663" y="1071749"/>
                  </a:cubicBezTo>
                  <a:cubicBezTo>
                    <a:pt x="9088" y="1284356"/>
                    <a:pt x="94775" y="1483332"/>
                    <a:pt x="245052" y="1642582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2983792" y="475316"/>
              <a:ext cx="1869056" cy="1552082"/>
            </a:xfrm>
            <a:custGeom>
              <a:rect b="b" l="l" r="r" t="t"/>
              <a:pathLst>
                <a:path extrusionOk="0" h="1552082" w="1869056">
                  <a:moveTo>
                    <a:pt x="347020" y="1552083"/>
                  </a:moveTo>
                  <a:cubicBezTo>
                    <a:pt x="540360" y="1540028"/>
                    <a:pt x="737185" y="1533952"/>
                    <a:pt x="937510" y="1533863"/>
                  </a:cubicBezTo>
                  <a:cubicBezTo>
                    <a:pt x="1132446" y="1533863"/>
                    <a:pt x="1324230" y="1539637"/>
                    <a:pt x="1512863" y="1551192"/>
                  </a:cubicBezTo>
                  <a:cubicBezTo>
                    <a:pt x="1766292" y="1362285"/>
                    <a:pt x="1918076" y="1051183"/>
                    <a:pt x="1854650" y="724876"/>
                  </a:cubicBezTo>
                  <a:cubicBezTo>
                    <a:pt x="1769717" y="285279"/>
                    <a:pt x="1464506" y="0"/>
                    <a:pt x="927716" y="0"/>
                  </a:cubicBezTo>
                  <a:cubicBezTo>
                    <a:pt x="337774" y="0"/>
                    <a:pt x="-16274" y="505694"/>
                    <a:pt x="576" y="943990"/>
                  </a:cubicBezTo>
                  <a:cubicBezTo>
                    <a:pt x="10028" y="1188583"/>
                    <a:pt x="140167" y="1406875"/>
                    <a:pt x="347020" y="15520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3539074" y="677245"/>
              <a:ext cx="758060" cy="758156"/>
            </a:xfrm>
            <a:custGeom>
              <a:rect b="b" l="l" r="r" t="t"/>
              <a:pathLst>
                <a:path extrusionOk="0" h="758156" w="758060">
                  <a:moveTo>
                    <a:pt x="724496" y="223151"/>
                  </a:moveTo>
                  <a:cubicBezTo>
                    <a:pt x="687310" y="294289"/>
                    <a:pt x="599493" y="321817"/>
                    <a:pt x="528355" y="284631"/>
                  </a:cubicBezTo>
                  <a:cubicBezTo>
                    <a:pt x="457217" y="247446"/>
                    <a:pt x="429689" y="159629"/>
                    <a:pt x="466875" y="88491"/>
                  </a:cubicBezTo>
                  <a:cubicBezTo>
                    <a:pt x="479923" y="63532"/>
                    <a:pt x="499937" y="42901"/>
                    <a:pt x="524492" y="29106"/>
                  </a:cubicBezTo>
                  <a:cubicBezTo>
                    <a:pt x="331208" y="-51203"/>
                    <a:pt x="109416" y="40382"/>
                    <a:pt x="29107" y="233665"/>
                  </a:cubicBezTo>
                  <a:cubicBezTo>
                    <a:pt x="-51203" y="426949"/>
                    <a:pt x="40381" y="648740"/>
                    <a:pt x="233665" y="729050"/>
                  </a:cubicBezTo>
                  <a:cubicBezTo>
                    <a:pt x="426949" y="809360"/>
                    <a:pt x="648741" y="717776"/>
                    <a:pt x="729051" y="524492"/>
                  </a:cubicBezTo>
                  <a:cubicBezTo>
                    <a:pt x="769257" y="427730"/>
                    <a:pt x="767606" y="318645"/>
                    <a:pt x="724496" y="22315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4"/>
            <p:cNvSpPr/>
            <p:nvPr/>
          </p:nvSpPr>
          <p:spPr>
            <a:xfrm>
              <a:off x="3712949" y="849942"/>
              <a:ext cx="411706" cy="411763"/>
            </a:xfrm>
            <a:custGeom>
              <a:rect b="b" l="l" r="r" t="t"/>
              <a:pathLst>
                <a:path extrusionOk="0" h="411763" w="411706">
                  <a:moveTo>
                    <a:pt x="279862" y="13810"/>
                  </a:moveTo>
                  <a:cubicBezTo>
                    <a:pt x="173784" y="-27047"/>
                    <a:pt x="54666" y="25824"/>
                    <a:pt x="13809" y="131901"/>
                  </a:cubicBezTo>
                  <a:cubicBezTo>
                    <a:pt x="-27048" y="237978"/>
                    <a:pt x="25830" y="357097"/>
                    <a:pt x="131907" y="397954"/>
                  </a:cubicBezTo>
                  <a:cubicBezTo>
                    <a:pt x="237984" y="438811"/>
                    <a:pt x="357096" y="385940"/>
                    <a:pt x="397953" y="279863"/>
                  </a:cubicBezTo>
                  <a:cubicBezTo>
                    <a:pt x="417090" y="230170"/>
                    <a:pt x="416227" y="174998"/>
                    <a:pt x="395549" y="125935"/>
                  </a:cubicBezTo>
                  <a:cubicBezTo>
                    <a:pt x="337897" y="115325"/>
                    <a:pt x="292273" y="71105"/>
                    <a:pt x="279862" y="13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2983798" y="1299235"/>
              <a:ext cx="1868927" cy="728163"/>
            </a:xfrm>
            <a:custGeom>
              <a:rect b="b" l="l" r="r" t="t"/>
              <a:pathLst>
                <a:path extrusionOk="0" h="728163" w="1868927">
                  <a:moveTo>
                    <a:pt x="347015" y="728164"/>
                  </a:moveTo>
                  <a:cubicBezTo>
                    <a:pt x="540354" y="716109"/>
                    <a:pt x="737179" y="710033"/>
                    <a:pt x="937505" y="709944"/>
                  </a:cubicBezTo>
                  <a:cubicBezTo>
                    <a:pt x="1132440" y="709944"/>
                    <a:pt x="1324224" y="715718"/>
                    <a:pt x="1512858" y="727273"/>
                  </a:cubicBezTo>
                  <a:cubicBezTo>
                    <a:pt x="1740396" y="557613"/>
                    <a:pt x="1886015" y="289457"/>
                    <a:pt x="1867316" y="0"/>
                  </a:cubicBezTo>
                  <a:cubicBezTo>
                    <a:pt x="1727793" y="347404"/>
                    <a:pt x="1367307" y="603915"/>
                    <a:pt x="963190" y="603915"/>
                  </a:cubicBezTo>
                  <a:cubicBezTo>
                    <a:pt x="507292" y="603915"/>
                    <a:pt x="141943" y="366308"/>
                    <a:pt x="1940" y="34795"/>
                  </a:cubicBezTo>
                  <a:cubicBezTo>
                    <a:pt x="-53" y="63172"/>
                    <a:pt x="-512" y="91639"/>
                    <a:pt x="570" y="120071"/>
                  </a:cubicBezTo>
                  <a:cubicBezTo>
                    <a:pt x="10022" y="364664"/>
                    <a:pt x="140162" y="582956"/>
                    <a:pt x="347015" y="728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8" name="Google Shape;428;p24"/>
          <p:cNvGrpSpPr/>
          <p:nvPr/>
        </p:nvGrpSpPr>
        <p:grpSpPr>
          <a:xfrm>
            <a:off x="8330657" y="3503151"/>
            <a:ext cx="249065" cy="393396"/>
            <a:chOff x="1620532" y="2740711"/>
            <a:chExt cx="745257" cy="1174666"/>
          </a:xfrm>
        </p:grpSpPr>
        <p:sp>
          <p:nvSpPr>
            <p:cNvPr id="429" name="Google Shape;429;p24"/>
            <p:cNvSpPr/>
            <p:nvPr/>
          </p:nvSpPr>
          <p:spPr>
            <a:xfrm>
              <a:off x="1620532" y="2740711"/>
              <a:ext cx="745257" cy="1174666"/>
            </a:xfrm>
            <a:custGeom>
              <a:rect b="b" l="l" r="r" t="t"/>
              <a:pathLst>
                <a:path extrusionOk="0" h="1174666" w="745257">
                  <a:moveTo>
                    <a:pt x="105526" y="385886"/>
                  </a:moveTo>
                  <a:cubicBezTo>
                    <a:pt x="105526" y="385886"/>
                    <a:pt x="389709" y="456640"/>
                    <a:pt x="547452" y="114511"/>
                  </a:cubicBezTo>
                  <a:cubicBezTo>
                    <a:pt x="625124" y="-53848"/>
                    <a:pt x="678481" y="-1313"/>
                    <a:pt x="704989" y="51359"/>
                  </a:cubicBezTo>
                  <a:cubicBezTo>
                    <a:pt x="763894" y="169032"/>
                    <a:pt x="825744" y="770550"/>
                    <a:pt x="360393" y="1174667"/>
                  </a:cubicBezTo>
                  <a:cubicBezTo>
                    <a:pt x="360257" y="1174598"/>
                    <a:pt x="-235850" y="1027952"/>
                    <a:pt x="105526" y="385886"/>
                  </a:cubicBezTo>
                  <a:close/>
                </a:path>
              </a:pathLst>
            </a:custGeom>
            <a:solidFill>
              <a:srgbClr val="F8F1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1763362" y="3112760"/>
              <a:ext cx="446402" cy="667683"/>
            </a:xfrm>
            <a:custGeom>
              <a:rect b="b" l="l" r="r" t="t"/>
              <a:pathLst>
                <a:path extrusionOk="0" h="667683" w="446402">
                  <a:moveTo>
                    <a:pt x="446403" y="526996"/>
                  </a:moveTo>
                  <a:cubicBezTo>
                    <a:pt x="278523" y="500214"/>
                    <a:pt x="48382" y="393843"/>
                    <a:pt x="145028" y="0"/>
                  </a:cubicBezTo>
                  <a:cubicBezTo>
                    <a:pt x="115342" y="10103"/>
                    <a:pt x="84506" y="16432"/>
                    <a:pt x="53245" y="18836"/>
                  </a:cubicBezTo>
                  <a:cubicBezTo>
                    <a:pt x="-14085" y="183222"/>
                    <a:pt x="-95456" y="533023"/>
                    <a:pt x="348456" y="667683"/>
                  </a:cubicBezTo>
                  <a:cubicBezTo>
                    <a:pt x="384785" y="623463"/>
                    <a:pt x="417539" y="576414"/>
                    <a:pt x="446403" y="526996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1980517" y="3061527"/>
              <a:ext cx="341579" cy="420075"/>
            </a:xfrm>
            <a:custGeom>
              <a:rect b="b" l="l" r="r" t="t"/>
              <a:pathLst>
                <a:path extrusionOk="0" h="420075" w="341579">
                  <a:moveTo>
                    <a:pt x="26848" y="0"/>
                  </a:moveTo>
                  <a:cubicBezTo>
                    <a:pt x="18170" y="6301"/>
                    <a:pt x="9430" y="12103"/>
                    <a:pt x="614" y="17398"/>
                  </a:cubicBezTo>
                  <a:cubicBezTo>
                    <a:pt x="-5002" y="131783"/>
                    <a:pt x="22670" y="353020"/>
                    <a:pt x="305346" y="420076"/>
                  </a:cubicBezTo>
                  <a:cubicBezTo>
                    <a:pt x="319593" y="383294"/>
                    <a:pt x="331579" y="346719"/>
                    <a:pt x="341579" y="310485"/>
                  </a:cubicBezTo>
                  <a:cubicBezTo>
                    <a:pt x="258016" y="305280"/>
                    <a:pt x="119795" y="254114"/>
                    <a:pt x="26848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2085517" y="2976457"/>
              <a:ext cx="278498" cy="208133"/>
            </a:xfrm>
            <a:custGeom>
              <a:rect b="b" l="l" r="r" t="t"/>
              <a:pathLst>
                <a:path extrusionOk="0" h="208133" w="278498">
                  <a:moveTo>
                    <a:pt x="9521" y="0"/>
                  </a:moveTo>
                  <a:cubicBezTo>
                    <a:pt x="6370" y="4041"/>
                    <a:pt x="3219" y="7877"/>
                    <a:pt x="0" y="11713"/>
                  </a:cubicBezTo>
                  <a:cubicBezTo>
                    <a:pt x="34795" y="89522"/>
                    <a:pt x="117468" y="221785"/>
                    <a:pt x="272744" y="206990"/>
                  </a:cubicBezTo>
                  <a:cubicBezTo>
                    <a:pt x="275416" y="182812"/>
                    <a:pt x="277334" y="159044"/>
                    <a:pt x="278498" y="136441"/>
                  </a:cubicBezTo>
                  <a:cubicBezTo>
                    <a:pt x="201168" y="146578"/>
                    <a:pt x="103906" y="122947"/>
                    <a:pt x="9521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24"/>
            <p:cNvSpPr/>
            <p:nvPr/>
          </p:nvSpPr>
          <p:spPr>
            <a:xfrm>
              <a:off x="1623727" y="2881337"/>
              <a:ext cx="606150" cy="548531"/>
            </a:xfrm>
            <a:custGeom>
              <a:rect b="b" l="l" r="r" t="t"/>
              <a:pathLst>
                <a:path extrusionOk="0" h="548531" w="606150">
                  <a:moveTo>
                    <a:pt x="43768" y="373549"/>
                  </a:moveTo>
                  <a:cubicBezTo>
                    <a:pt x="21822" y="429769"/>
                    <a:pt x="7110" y="488551"/>
                    <a:pt x="0" y="548483"/>
                  </a:cubicBezTo>
                  <a:cubicBezTo>
                    <a:pt x="270142" y="552525"/>
                    <a:pt x="564668" y="299095"/>
                    <a:pt x="602340" y="72447"/>
                  </a:cubicBezTo>
                  <a:cubicBezTo>
                    <a:pt x="620217" y="-35089"/>
                    <a:pt x="570627" y="-3855"/>
                    <a:pt x="548161" y="44433"/>
                  </a:cubicBezTo>
                  <a:cubicBezTo>
                    <a:pt x="413980" y="333343"/>
                    <a:pt x="151099" y="356905"/>
                    <a:pt x="43768" y="373549"/>
                  </a:cubicBezTo>
                  <a:close/>
                </a:path>
              </a:pathLst>
            </a:custGeom>
            <a:solidFill>
              <a:srgbClr val="FFFFFF">
                <a:alpha val="54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24"/>
          <p:cNvGrpSpPr/>
          <p:nvPr/>
        </p:nvGrpSpPr>
        <p:grpSpPr>
          <a:xfrm>
            <a:off x="5687484" y="3503151"/>
            <a:ext cx="249052" cy="393396"/>
            <a:chOff x="188982" y="2740711"/>
            <a:chExt cx="745218" cy="1174666"/>
          </a:xfrm>
        </p:grpSpPr>
        <p:sp>
          <p:nvSpPr>
            <p:cNvPr id="435" name="Google Shape;435;p24"/>
            <p:cNvSpPr/>
            <p:nvPr/>
          </p:nvSpPr>
          <p:spPr>
            <a:xfrm>
              <a:off x="188982" y="2740711"/>
              <a:ext cx="745218" cy="1174666"/>
            </a:xfrm>
            <a:custGeom>
              <a:rect b="b" l="l" r="r" t="t"/>
              <a:pathLst>
                <a:path extrusionOk="0" h="1174666" w="745218">
                  <a:moveTo>
                    <a:pt x="639800" y="385886"/>
                  </a:moveTo>
                  <a:cubicBezTo>
                    <a:pt x="639800" y="385886"/>
                    <a:pt x="355617" y="456640"/>
                    <a:pt x="197806" y="114511"/>
                  </a:cubicBezTo>
                  <a:cubicBezTo>
                    <a:pt x="120133" y="-53848"/>
                    <a:pt x="66844" y="-1313"/>
                    <a:pt x="40268" y="51359"/>
                  </a:cubicBezTo>
                  <a:cubicBezTo>
                    <a:pt x="-18637" y="169032"/>
                    <a:pt x="-80487" y="770550"/>
                    <a:pt x="384864" y="1174667"/>
                  </a:cubicBezTo>
                  <a:cubicBezTo>
                    <a:pt x="384864" y="1174598"/>
                    <a:pt x="980970" y="1027952"/>
                    <a:pt x="639800" y="385886"/>
                  </a:cubicBezTo>
                  <a:close/>
                </a:path>
              </a:pathLst>
            </a:custGeom>
            <a:solidFill>
              <a:srgbClr val="F8F1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24"/>
            <p:cNvSpPr/>
            <p:nvPr/>
          </p:nvSpPr>
          <p:spPr>
            <a:xfrm>
              <a:off x="344800" y="3112760"/>
              <a:ext cx="446368" cy="667683"/>
            </a:xfrm>
            <a:custGeom>
              <a:rect b="b" l="l" r="r" t="t"/>
              <a:pathLst>
                <a:path extrusionOk="0" h="667683" w="446368">
                  <a:moveTo>
                    <a:pt x="0" y="526996"/>
                  </a:moveTo>
                  <a:cubicBezTo>
                    <a:pt x="167948" y="500214"/>
                    <a:pt x="398021" y="393843"/>
                    <a:pt x="301375" y="0"/>
                  </a:cubicBezTo>
                  <a:cubicBezTo>
                    <a:pt x="331033" y="10110"/>
                    <a:pt x="361849" y="16439"/>
                    <a:pt x="393089" y="18836"/>
                  </a:cubicBezTo>
                  <a:cubicBezTo>
                    <a:pt x="460488" y="183222"/>
                    <a:pt x="541791" y="533023"/>
                    <a:pt x="97947" y="667683"/>
                  </a:cubicBezTo>
                  <a:cubicBezTo>
                    <a:pt x="61639" y="623443"/>
                    <a:pt x="28888" y="576401"/>
                    <a:pt x="0" y="526996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24"/>
            <p:cNvSpPr/>
            <p:nvPr/>
          </p:nvSpPr>
          <p:spPr>
            <a:xfrm>
              <a:off x="232538" y="3061527"/>
              <a:ext cx="341567" cy="420075"/>
            </a:xfrm>
            <a:custGeom>
              <a:rect b="b" l="l" r="r" t="t"/>
              <a:pathLst>
                <a:path extrusionOk="0" h="420075" w="341567">
                  <a:moveTo>
                    <a:pt x="314663" y="0"/>
                  </a:moveTo>
                  <a:cubicBezTo>
                    <a:pt x="323430" y="6301"/>
                    <a:pt x="332198" y="12103"/>
                    <a:pt x="340965" y="17398"/>
                  </a:cubicBezTo>
                  <a:cubicBezTo>
                    <a:pt x="346513" y="131783"/>
                    <a:pt x="318910" y="353020"/>
                    <a:pt x="36234" y="420076"/>
                  </a:cubicBezTo>
                  <a:cubicBezTo>
                    <a:pt x="21987" y="383294"/>
                    <a:pt x="10000" y="346719"/>
                    <a:pt x="0" y="310485"/>
                  </a:cubicBezTo>
                  <a:cubicBezTo>
                    <a:pt x="83495" y="305280"/>
                    <a:pt x="221785" y="254114"/>
                    <a:pt x="314663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4"/>
            <p:cNvSpPr/>
            <p:nvPr/>
          </p:nvSpPr>
          <p:spPr>
            <a:xfrm>
              <a:off x="190551" y="2976457"/>
              <a:ext cx="278498" cy="208133"/>
            </a:xfrm>
            <a:custGeom>
              <a:rect b="b" l="l" r="r" t="t"/>
              <a:pathLst>
                <a:path extrusionOk="0" h="208133" w="278498">
                  <a:moveTo>
                    <a:pt x="268977" y="0"/>
                  </a:moveTo>
                  <a:cubicBezTo>
                    <a:pt x="272128" y="4041"/>
                    <a:pt x="275347" y="7877"/>
                    <a:pt x="278498" y="11713"/>
                  </a:cubicBezTo>
                  <a:cubicBezTo>
                    <a:pt x="243703" y="89522"/>
                    <a:pt x="161099" y="221785"/>
                    <a:pt x="5754" y="206990"/>
                  </a:cubicBezTo>
                  <a:cubicBezTo>
                    <a:pt x="3082" y="182812"/>
                    <a:pt x="1233" y="159044"/>
                    <a:pt x="0" y="136441"/>
                  </a:cubicBezTo>
                  <a:cubicBezTo>
                    <a:pt x="77399" y="146578"/>
                    <a:pt x="174661" y="122947"/>
                    <a:pt x="268977" y="0"/>
                  </a:cubicBezTo>
                  <a:close/>
                </a:path>
              </a:pathLst>
            </a:custGeom>
            <a:solidFill>
              <a:srgbClr val="F0E0C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24"/>
            <p:cNvSpPr/>
            <p:nvPr/>
          </p:nvSpPr>
          <p:spPr>
            <a:xfrm>
              <a:off x="324756" y="2881337"/>
              <a:ext cx="606150" cy="548531"/>
            </a:xfrm>
            <a:custGeom>
              <a:rect b="b" l="l" r="r" t="t"/>
              <a:pathLst>
                <a:path extrusionOk="0" h="548531" w="606150">
                  <a:moveTo>
                    <a:pt x="562383" y="373549"/>
                  </a:moveTo>
                  <a:cubicBezTo>
                    <a:pt x="584328" y="429769"/>
                    <a:pt x="599041" y="488551"/>
                    <a:pt x="606151" y="548483"/>
                  </a:cubicBezTo>
                  <a:cubicBezTo>
                    <a:pt x="336009" y="552525"/>
                    <a:pt x="41483" y="299095"/>
                    <a:pt x="3811" y="72447"/>
                  </a:cubicBezTo>
                  <a:cubicBezTo>
                    <a:pt x="-14066" y="-35089"/>
                    <a:pt x="35524" y="-3855"/>
                    <a:pt x="57921" y="44433"/>
                  </a:cubicBezTo>
                  <a:cubicBezTo>
                    <a:pt x="192170" y="333343"/>
                    <a:pt x="455052" y="356905"/>
                    <a:pt x="562383" y="373549"/>
                  </a:cubicBezTo>
                  <a:close/>
                </a:path>
              </a:pathLst>
            </a:custGeom>
            <a:solidFill>
              <a:srgbClr val="FFFFFF">
                <a:alpha val="54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0" name="Google Shape;440;p24"/>
          <p:cNvPicPr preferRelativeResize="0"/>
          <p:nvPr/>
        </p:nvPicPr>
        <p:blipFill rotWithShape="1">
          <a:blip r:embed="rId3">
            <a:alphaModFix/>
          </a:blip>
          <a:srcRect b="85010" l="0" r="48864" t="5428"/>
          <a:stretch/>
        </p:blipFill>
        <p:spPr>
          <a:xfrm>
            <a:off x="855300" y="2855700"/>
            <a:ext cx="3965908" cy="59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5"/>
          <p:cNvSpPr txBox="1"/>
          <p:nvPr>
            <p:ph type="title"/>
          </p:nvPr>
        </p:nvSpPr>
        <p:spPr>
          <a:xfrm>
            <a:off x="855300" y="850875"/>
            <a:ext cx="7899000" cy="55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40"/>
              <a:t>Now let’s look at the cases where the player</a:t>
            </a:r>
            <a:endParaRPr sz="204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40"/>
              <a:t>chose ‘r’ (rock) but the computer didn’t.</a:t>
            </a:r>
            <a:endParaRPr sz="2040"/>
          </a:p>
        </p:txBody>
      </p:sp>
      <p:sp>
        <p:nvSpPr>
          <p:cNvPr id="446" name="Google Shape;446;p25"/>
          <p:cNvSpPr txBox="1"/>
          <p:nvPr>
            <p:ph idx="1" type="body"/>
          </p:nvPr>
        </p:nvSpPr>
        <p:spPr>
          <a:xfrm>
            <a:off x="855300" y="1551525"/>
            <a:ext cx="3240300" cy="31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56552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tma"/>
              <a:buChar char="➜"/>
            </a:pPr>
            <a:r>
              <a:rPr b="1" lang="en" sz="26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rPr>
              <a:t>If the computer chose ‘s’ (scissors) then the player wins (rock beats scissors).</a:t>
            </a:r>
            <a:endParaRPr b="1" sz="2600">
              <a:solidFill>
                <a:schemeClr val="lt1"/>
              </a:solidFill>
              <a:latin typeface="Atma"/>
              <a:ea typeface="Atma"/>
              <a:cs typeface="Atma"/>
              <a:sym typeface="Atm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Atma"/>
              <a:ea typeface="Atma"/>
              <a:cs typeface="Atma"/>
              <a:sym typeface="Atma"/>
            </a:endParaRPr>
          </a:p>
          <a:p>
            <a:pPr indent="-356552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tma"/>
              <a:buChar char="➜"/>
            </a:pPr>
            <a:r>
              <a:rPr b="1" lang="en" sz="26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rPr>
              <a:t>If the computer chose ‘p’ (paper) then the computer wins (paper beats rock).</a:t>
            </a:r>
            <a:endParaRPr b="1" sz="2600">
              <a:solidFill>
                <a:schemeClr val="lt1"/>
              </a:solidFill>
              <a:latin typeface="Atma"/>
              <a:ea typeface="Atma"/>
              <a:cs typeface="Atma"/>
              <a:sym typeface="Atm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Atma"/>
              <a:ea typeface="Atma"/>
              <a:cs typeface="Atma"/>
              <a:sym typeface="Atma"/>
            </a:endParaRPr>
          </a:p>
          <a:p>
            <a:pPr indent="-356552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tma"/>
              <a:buChar char="➜"/>
            </a:pPr>
            <a:r>
              <a:rPr b="1" lang="en" sz="26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rPr>
              <a:t>We can check the player choice </a:t>
            </a:r>
            <a:r>
              <a:rPr b="1" i="1" lang="en" sz="26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rPr>
              <a:t>and </a:t>
            </a:r>
            <a:r>
              <a:rPr b="1" lang="en" sz="2600">
                <a:solidFill>
                  <a:schemeClr val="lt1"/>
                </a:solidFill>
                <a:latin typeface="Atma"/>
                <a:ea typeface="Atma"/>
                <a:cs typeface="Atma"/>
                <a:sym typeface="Atma"/>
              </a:rPr>
              <a:t>the computer choice using </a:t>
            </a:r>
            <a:r>
              <a:rPr b="1" lang="en" sz="2600">
                <a:solidFill>
                  <a:schemeClr val="lt1"/>
                </a:solidFill>
                <a:highlight>
                  <a:srgbClr val="000000"/>
                </a:highlight>
                <a:latin typeface="Atma"/>
                <a:ea typeface="Atma"/>
                <a:cs typeface="Atma"/>
                <a:sym typeface="Atma"/>
              </a:rPr>
              <a:t>and</a:t>
            </a:r>
            <a:endParaRPr b="1" sz="2600">
              <a:solidFill>
                <a:schemeClr val="lt1"/>
              </a:solidFill>
              <a:highlight>
                <a:srgbClr val="000000"/>
              </a:highlight>
              <a:latin typeface="Atma"/>
              <a:ea typeface="Atma"/>
              <a:cs typeface="Atma"/>
              <a:sym typeface="Atma"/>
            </a:endParaRPr>
          </a:p>
        </p:txBody>
      </p:sp>
      <p:sp>
        <p:nvSpPr>
          <p:cNvPr id="447" name="Google Shape;447;p25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48" name="Google Shape;448;p25"/>
          <p:cNvGrpSpPr/>
          <p:nvPr/>
        </p:nvGrpSpPr>
        <p:grpSpPr>
          <a:xfrm rot="-887741">
            <a:off x="1250957" y="65555"/>
            <a:ext cx="590098" cy="591310"/>
            <a:chOff x="2893887" y="2547824"/>
            <a:chExt cx="1212350" cy="1214840"/>
          </a:xfrm>
        </p:grpSpPr>
        <p:sp>
          <p:nvSpPr>
            <p:cNvPr id="449" name="Google Shape;449;p25"/>
            <p:cNvSpPr/>
            <p:nvPr/>
          </p:nvSpPr>
          <p:spPr>
            <a:xfrm>
              <a:off x="2893887" y="2547824"/>
              <a:ext cx="1212350" cy="1214840"/>
            </a:xfrm>
            <a:custGeom>
              <a:rect b="b" l="l" r="r" t="t"/>
              <a:pathLst>
                <a:path extrusionOk="0" h="1214840" w="1212350">
                  <a:moveTo>
                    <a:pt x="0" y="1070973"/>
                  </a:moveTo>
                  <a:cubicBezTo>
                    <a:pt x="0" y="1070973"/>
                    <a:pt x="650697" y="1447692"/>
                    <a:pt x="1212351" y="981930"/>
                  </a:cubicBezTo>
                  <a:lnTo>
                    <a:pt x="549325" y="40612"/>
                  </a:lnTo>
                  <a:cubicBezTo>
                    <a:pt x="518790" y="-2656"/>
                    <a:pt x="458960" y="-12985"/>
                    <a:pt x="415686" y="17550"/>
                  </a:cubicBezTo>
                  <a:cubicBezTo>
                    <a:pt x="400062" y="28578"/>
                    <a:pt x="388089" y="44030"/>
                    <a:pt x="381308" y="61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25"/>
            <p:cNvSpPr/>
            <p:nvPr/>
          </p:nvSpPr>
          <p:spPr>
            <a:xfrm>
              <a:off x="2996697" y="3186871"/>
              <a:ext cx="951250" cy="244546"/>
            </a:xfrm>
            <a:custGeom>
              <a:rect b="b" l="l" r="r" t="t"/>
              <a:pathLst>
                <a:path extrusionOk="0" h="244546" w="951250">
                  <a:moveTo>
                    <a:pt x="43357" y="45138"/>
                  </a:moveTo>
                  <a:lnTo>
                    <a:pt x="0" y="159934"/>
                  </a:lnTo>
                  <a:cubicBezTo>
                    <a:pt x="152674" y="234319"/>
                    <a:pt x="473639" y="323156"/>
                    <a:pt x="951250" y="118221"/>
                  </a:cubicBezTo>
                  <a:lnTo>
                    <a:pt x="867961" y="0"/>
                  </a:lnTo>
                  <a:cubicBezTo>
                    <a:pt x="691177" y="94111"/>
                    <a:pt x="402815" y="180483"/>
                    <a:pt x="43357" y="45138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25"/>
            <p:cNvSpPr/>
            <p:nvPr/>
          </p:nvSpPr>
          <p:spPr>
            <a:xfrm>
              <a:off x="3140056" y="2892620"/>
              <a:ext cx="568503" cy="125416"/>
            </a:xfrm>
            <a:custGeom>
              <a:rect b="b" l="l" r="r" t="t"/>
              <a:pathLst>
                <a:path extrusionOk="0" h="125416" w="568503">
                  <a:moveTo>
                    <a:pt x="27398" y="2123"/>
                  </a:moveTo>
                  <a:lnTo>
                    <a:pt x="0" y="74179"/>
                  </a:lnTo>
                  <a:cubicBezTo>
                    <a:pt x="118016" y="119317"/>
                    <a:pt x="322540" y="163222"/>
                    <a:pt x="568503" y="72261"/>
                  </a:cubicBezTo>
                  <a:lnTo>
                    <a:pt x="517544" y="0"/>
                  </a:lnTo>
                  <a:cubicBezTo>
                    <a:pt x="405281" y="47467"/>
                    <a:pt x="236717" y="79796"/>
                    <a:pt x="27398" y="2123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25"/>
            <p:cNvSpPr/>
            <p:nvPr/>
          </p:nvSpPr>
          <p:spPr>
            <a:xfrm>
              <a:off x="3404162" y="2647161"/>
              <a:ext cx="524058" cy="1084446"/>
            </a:xfrm>
            <a:custGeom>
              <a:rect b="b" l="l" r="r" t="t"/>
              <a:pathLst>
                <a:path extrusionOk="0" h="1084446" w="524058">
                  <a:moveTo>
                    <a:pt x="524059" y="1002185"/>
                  </a:moveTo>
                  <a:lnTo>
                    <a:pt x="18570" y="4084"/>
                  </a:lnTo>
                  <a:cubicBezTo>
                    <a:pt x="13844" y="-5299"/>
                    <a:pt x="-2595" y="3057"/>
                    <a:pt x="351" y="13331"/>
                  </a:cubicBezTo>
                  <a:lnTo>
                    <a:pt x="311452" y="1084446"/>
                  </a:lnTo>
                  <a:cubicBezTo>
                    <a:pt x="385337" y="1065562"/>
                    <a:pt x="456708" y="1037952"/>
                    <a:pt x="524059" y="1002185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3" name="Google Shape;453;p25"/>
          <p:cNvGrpSpPr/>
          <p:nvPr/>
        </p:nvGrpSpPr>
        <p:grpSpPr>
          <a:xfrm flipH="1" rot="887741">
            <a:off x="2636410" y="194028"/>
            <a:ext cx="590098" cy="591310"/>
            <a:chOff x="2893887" y="2547824"/>
            <a:chExt cx="1212350" cy="1214840"/>
          </a:xfrm>
        </p:grpSpPr>
        <p:sp>
          <p:nvSpPr>
            <p:cNvPr id="454" name="Google Shape;454;p25"/>
            <p:cNvSpPr/>
            <p:nvPr/>
          </p:nvSpPr>
          <p:spPr>
            <a:xfrm>
              <a:off x="2893887" y="2547824"/>
              <a:ext cx="1212350" cy="1214840"/>
            </a:xfrm>
            <a:custGeom>
              <a:rect b="b" l="l" r="r" t="t"/>
              <a:pathLst>
                <a:path extrusionOk="0" h="1214840" w="1212350">
                  <a:moveTo>
                    <a:pt x="0" y="1070973"/>
                  </a:moveTo>
                  <a:cubicBezTo>
                    <a:pt x="0" y="1070973"/>
                    <a:pt x="650697" y="1447692"/>
                    <a:pt x="1212351" y="981930"/>
                  </a:cubicBezTo>
                  <a:lnTo>
                    <a:pt x="549325" y="40612"/>
                  </a:lnTo>
                  <a:cubicBezTo>
                    <a:pt x="518790" y="-2656"/>
                    <a:pt x="458960" y="-12985"/>
                    <a:pt x="415686" y="17550"/>
                  </a:cubicBezTo>
                  <a:cubicBezTo>
                    <a:pt x="400062" y="28578"/>
                    <a:pt x="388089" y="44030"/>
                    <a:pt x="381308" y="61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25"/>
            <p:cNvSpPr/>
            <p:nvPr/>
          </p:nvSpPr>
          <p:spPr>
            <a:xfrm>
              <a:off x="2996697" y="3186871"/>
              <a:ext cx="951250" cy="244546"/>
            </a:xfrm>
            <a:custGeom>
              <a:rect b="b" l="l" r="r" t="t"/>
              <a:pathLst>
                <a:path extrusionOk="0" h="244546" w="951250">
                  <a:moveTo>
                    <a:pt x="43357" y="45138"/>
                  </a:moveTo>
                  <a:lnTo>
                    <a:pt x="0" y="159934"/>
                  </a:lnTo>
                  <a:cubicBezTo>
                    <a:pt x="152674" y="234319"/>
                    <a:pt x="473639" y="323156"/>
                    <a:pt x="951250" y="118221"/>
                  </a:cubicBezTo>
                  <a:lnTo>
                    <a:pt x="867961" y="0"/>
                  </a:lnTo>
                  <a:cubicBezTo>
                    <a:pt x="691177" y="94111"/>
                    <a:pt x="402815" y="180483"/>
                    <a:pt x="43357" y="45138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5"/>
            <p:cNvSpPr/>
            <p:nvPr/>
          </p:nvSpPr>
          <p:spPr>
            <a:xfrm>
              <a:off x="3140056" y="2892620"/>
              <a:ext cx="568503" cy="125416"/>
            </a:xfrm>
            <a:custGeom>
              <a:rect b="b" l="l" r="r" t="t"/>
              <a:pathLst>
                <a:path extrusionOk="0" h="125416" w="568503">
                  <a:moveTo>
                    <a:pt x="27398" y="2123"/>
                  </a:moveTo>
                  <a:lnTo>
                    <a:pt x="0" y="74179"/>
                  </a:lnTo>
                  <a:cubicBezTo>
                    <a:pt x="118016" y="119317"/>
                    <a:pt x="322540" y="163222"/>
                    <a:pt x="568503" y="72261"/>
                  </a:cubicBezTo>
                  <a:lnTo>
                    <a:pt x="517544" y="0"/>
                  </a:lnTo>
                  <a:cubicBezTo>
                    <a:pt x="405281" y="47467"/>
                    <a:pt x="236717" y="79796"/>
                    <a:pt x="27398" y="2123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5"/>
            <p:cNvSpPr/>
            <p:nvPr/>
          </p:nvSpPr>
          <p:spPr>
            <a:xfrm>
              <a:off x="3404162" y="2647161"/>
              <a:ext cx="524058" cy="1084446"/>
            </a:xfrm>
            <a:custGeom>
              <a:rect b="b" l="l" r="r" t="t"/>
              <a:pathLst>
                <a:path extrusionOk="0" h="1084446" w="524058">
                  <a:moveTo>
                    <a:pt x="524059" y="1002185"/>
                  </a:moveTo>
                  <a:lnTo>
                    <a:pt x="18570" y="4084"/>
                  </a:lnTo>
                  <a:cubicBezTo>
                    <a:pt x="13844" y="-5299"/>
                    <a:pt x="-2595" y="3057"/>
                    <a:pt x="351" y="13331"/>
                  </a:cubicBezTo>
                  <a:lnTo>
                    <a:pt x="311452" y="1084446"/>
                  </a:lnTo>
                  <a:cubicBezTo>
                    <a:pt x="385337" y="1065562"/>
                    <a:pt x="456708" y="1037952"/>
                    <a:pt x="524059" y="1002185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8" name="Google Shape;458;p25"/>
          <p:cNvPicPr preferRelativeResize="0"/>
          <p:nvPr/>
        </p:nvPicPr>
        <p:blipFill rotWithShape="1">
          <a:blip r:embed="rId3">
            <a:alphaModFix/>
          </a:blip>
          <a:srcRect b="66728" l="0" r="30915" t="14597"/>
          <a:stretch/>
        </p:blipFill>
        <p:spPr>
          <a:xfrm>
            <a:off x="4246125" y="1551525"/>
            <a:ext cx="4663325" cy="100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 txBox="1"/>
          <p:nvPr>
            <p:ph type="title"/>
          </p:nvPr>
        </p:nvSpPr>
        <p:spPr>
          <a:xfrm>
            <a:off x="855300" y="533975"/>
            <a:ext cx="7358100" cy="149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let’s look at the cases where the player chose ‘p’ (paper) but the computer didn’t.</a:t>
            </a:r>
            <a:endParaRPr/>
          </a:p>
        </p:txBody>
      </p:sp>
      <p:sp>
        <p:nvSpPr>
          <p:cNvPr id="464" name="Google Shape;464;p26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5" name="Google Shape;465;p26"/>
          <p:cNvPicPr preferRelativeResize="0"/>
          <p:nvPr/>
        </p:nvPicPr>
        <p:blipFill rotWithShape="1">
          <a:blip r:embed="rId3">
            <a:alphaModFix/>
          </a:blip>
          <a:srcRect b="48844" l="514" r="31799" t="32723"/>
          <a:stretch/>
        </p:blipFill>
        <p:spPr>
          <a:xfrm>
            <a:off x="855300" y="2501225"/>
            <a:ext cx="5494002" cy="119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5"/>
            </a:gs>
            <a:gs pos="100000">
              <a:schemeClr val="accent6"/>
            </a:gs>
          </a:gsLst>
          <a:lin ang="0" scaled="0"/>
        </a:gra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7"/>
          <p:cNvSpPr txBox="1"/>
          <p:nvPr>
            <p:ph type="title"/>
          </p:nvPr>
        </p:nvSpPr>
        <p:spPr>
          <a:xfrm>
            <a:off x="855300" y="402650"/>
            <a:ext cx="4693500" cy="366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finally, can you add the code to check for the winner when the player chose ‘s’ (scissors) and the computer chose ‘r’ (rock) or ‘p’ (paper)?</a:t>
            </a:r>
            <a:endParaRPr/>
          </a:p>
        </p:txBody>
      </p:sp>
      <p:sp>
        <p:nvSpPr>
          <p:cNvPr id="471" name="Google Shape;471;p27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8"/>
          <p:cNvSpPr/>
          <p:nvPr/>
        </p:nvSpPr>
        <p:spPr>
          <a:xfrm flipH="1" rot="-7196807">
            <a:off x="7605748" y="1453785"/>
            <a:ext cx="1547670" cy="1208068"/>
          </a:xfrm>
          <a:custGeom>
            <a:rect b="b" l="l" r="r" t="t"/>
            <a:pathLst>
              <a:path extrusionOk="0" h="1404422" w="1256243">
                <a:moveTo>
                  <a:pt x="136989" y="466050"/>
                </a:moveTo>
                <a:cubicBezTo>
                  <a:pt x="136989" y="466050"/>
                  <a:pt x="267128" y="-13411"/>
                  <a:pt x="705492" y="288"/>
                </a:cubicBezTo>
                <a:cubicBezTo>
                  <a:pt x="1198652" y="15699"/>
                  <a:pt x="1243790" y="411254"/>
                  <a:pt x="1253447" y="589340"/>
                </a:cubicBezTo>
                <a:cubicBezTo>
                  <a:pt x="1267146" y="842769"/>
                  <a:pt x="1239748" y="1020854"/>
                  <a:pt x="958921" y="1150994"/>
                </a:cubicBezTo>
                <a:cubicBezTo>
                  <a:pt x="958921" y="1150994"/>
                  <a:pt x="1137007" y="911263"/>
                  <a:pt x="1013717" y="719479"/>
                </a:cubicBezTo>
                <a:cubicBezTo>
                  <a:pt x="1013717" y="719479"/>
                  <a:pt x="965771" y="1301681"/>
                  <a:pt x="404117" y="1404423"/>
                </a:cubicBezTo>
                <a:cubicBezTo>
                  <a:pt x="404117" y="1404423"/>
                  <a:pt x="657546" y="1157843"/>
                  <a:pt x="506858" y="801672"/>
                </a:cubicBezTo>
                <a:cubicBezTo>
                  <a:pt x="506858" y="801672"/>
                  <a:pt x="520557" y="1144144"/>
                  <a:pt x="123290" y="1130445"/>
                </a:cubicBezTo>
                <a:cubicBezTo>
                  <a:pt x="123290" y="1130445"/>
                  <a:pt x="363020" y="993457"/>
                  <a:pt x="294526" y="746877"/>
                </a:cubicBezTo>
                <a:cubicBezTo>
                  <a:pt x="253429" y="842769"/>
                  <a:pt x="157537" y="904414"/>
                  <a:pt x="0" y="870167"/>
                </a:cubicBezTo>
                <a:cubicBezTo>
                  <a:pt x="116440" y="801672"/>
                  <a:pt x="116440" y="561942"/>
                  <a:pt x="136989" y="466050"/>
                </a:cubicBezTo>
                <a:close/>
              </a:path>
            </a:pathLst>
          </a:custGeom>
          <a:gradFill>
            <a:gsLst>
              <a:gs pos="0">
                <a:srgbClr val="BBFF45">
                  <a:alpha val="0"/>
                </a:srgbClr>
              </a:gs>
              <a:gs pos="65000">
                <a:srgbClr val="C2FF33"/>
              </a:gs>
              <a:gs pos="100000">
                <a:srgbClr val="C9FF20"/>
              </a:gs>
            </a:gsLst>
            <a:lin ang="5400012" scaled="0"/>
          </a:gradFill>
          <a:ln>
            <a:noFill/>
          </a:ln>
          <a:effectLst>
            <a:outerShdw blurRad="28575" rotWithShape="0" algn="bl" dist="38100">
              <a:schemeClr val="dk1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8"/>
          <p:cNvSpPr txBox="1"/>
          <p:nvPr>
            <p:ph type="title"/>
          </p:nvPr>
        </p:nvSpPr>
        <p:spPr>
          <a:xfrm>
            <a:off x="855300" y="686375"/>
            <a:ext cx="5828400" cy="189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your code for player == ‘s’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Raise your hand if you need help with your code.</a:t>
            </a:r>
            <a:endParaRPr sz="2400"/>
          </a:p>
        </p:txBody>
      </p:sp>
      <p:sp>
        <p:nvSpPr>
          <p:cNvPr id="478" name="Google Shape;478;p28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79" name="Google Shape;479;p28"/>
          <p:cNvGrpSpPr/>
          <p:nvPr/>
        </p:nvGrpSpPr>
        <p:grpSpPr>
          <a:xfrm>
            <a:off x="7059482" y="2189101"/>
            <a:ext cx="1103789" cy="1034333"/>
            <a:chOff x="8438871" y="401534"/>
            <a:chExt cx="2115348" cy="1982241"/>
          </a:xfrm>
        </p:grpSpPr>
        <p:sp>
          <p:nvSpPr>
            <p:cNvPr id="480" name="Google Shape;480;p28"/>
            <p:cNvSpPr/>
            <p:nvPr/>
          </p:nvSpPr>
          <p:spPr>
            <a:xfrm>
              <a:off x="8438871" y="401534"/>
              <a:ext cx="2115348" cy="1982241"/>
            </a:xfrm>
            <a:custGeom>
              <a:rect b="b" l="l" r="r" t="t"/>
              <a:pathLst>
                <a:path extrusionOk="0" h="1982241" w="2115348">
                  <a:moveTo>
                    <a:pt x="1084381" y="1982241"/>
                  </a:moveTo>
                  <a:cubicBezTo>
                    <a:pt x="797390" y="1982241"/>
                    <a:pt x="529098" y="1889705"/>
                    <a:pt x="328957" y="1721963"/>
                  </a:cubicBezTo>
                  <a:cubicBezTo>
                    <a:pt x="126830" y="1552302"/>
                    <a:pt x="10253" y="1321476"/>
                    <a:pt x="663" y="1072019"/>
                  </a:cubicBezTo>
                  <a:cubicBezTo>
                    <a:pt x="-9679" y="803042"/>
                    <a:pt x="101418" y="520571"/>
                    <a:pt x="297929" y="316389"/>
                  </a:cubicBezTo>
                  <a:cubicBezTo>
                    <a:pt x="390670" y="219534"/>
                    <a:pt x="501494" y="141871"/>
                    <a:pt x="624236" y="87824"/>
                  </a:cubicBezTo>
                  <a:cubicBezTo>
                    <a:pt x="758690" y="29170"/>
                    <a:pt x="903967" y="-739"/>
                    <a:pt x="1050682" y="14"/>
                  </a:cubicBezTo>
                  <a:cubicBezTo>
                    <a:pt x="1339866" y="14"/>
                    <a:pt x="1578979" y="75906"/>
                    <a:pt x="1761448" y="225497"/>
                  </a:cubicBezTo>
                  <a:cubicBezTo>
                    <a:pt x="1935630" y="368308"/>
                    <a:pt x="2049125" y="569750"/>
                    <a:pt x="2098577" y="824412"/>
                  </a:cubicBezTo>
                  <a:cubicBezTo>
                    <a:pt x="2125770" y="962922"/>
                    <a:pt x="2119811" y="1105890"/>
                    <a:pt x="2081317" y="1241680"/>
                  </a:cubicBezTo>
                  <a:cubicBezTo>
                    <a:pt x="2044193" y="1372408"/>
                    <a:pt x="1980083" y="1493904"/>
                    <a:pt x="1893094" y="1598330"/>
                  </a:cubicBezTo>
                  <a:cubicBezTo>
                    <a:pt x="1796038" y="1715326"/>
                    <a:pt x="1675145" y="1810252"/>
                    <a:pt x="1538431" y="1876760"/>
                  </a:cubicBezTo>
                  <a:cubicBezTo>
                    <a:pt x="1396921" y="1945638"/>
                    <a:pt x="1241713" y="1981693"/>
                    <a:pt x="1084381" y="1982241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28"/>
            <p:cNvSpPr/>
            <p:nvPr/>
          </p:nvSpPr>
          <p:spPr>
            <a:xfrm>
              <a:off x="8561906" y="475316"/>
              <a:ext cx="1869268" cy="1736332"/>
            </a:xfrm>
            <a:custGeom>
              <a:rect b="b" l="l" r="r" t="t"/>
              <a:pathLst>
                <a:path extrusionOk="0" h="1736332" w="1869268">
                  <a:moveTo>
                    <a:pt x="927716" y="0"/>
                  </a:moveTo>
                  <a:cubicBezTo>
                    <a:pt x="337705" y="0"/>
                    <a:pt x="-16274" y="505694"/>
                    <a:pt x="576" y="943990"/>
                  </a:cubicBezTo>
                  <a:cubicBezTo>
                    <a:pt x="17426" y="1382285"/>
                    <a:pt x="422022" y="1736332"/>
                    <a:pt x="961415" y="1736332"/>
                  </a:cubicBezTo>
                  <a:cubicBezTo>
                    <a:pt x="1500808" y="1736332"/>
                    <a:pt x="1957049" y="1250776"/>
                    <a:pt x="1854856" y="724876"/>
                  </a:cubicBezTo>
                  <a:cubicBezTo>
                    <a:pt x="1769443" y="285279"/>
                    <a:pt x="1464438" y="0"/>
                    <a:pt x="9277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8561904" y="1299235"/>
              <a:ext cx="1869279" cy="912413"/>
            </a:xfrm>
            <a:custGeom>
              <a:rect b="b" l="l" r="r" t="t"/>
              <a:pathLst>
                <a:path extrusionOk="0" h="912413" w="1869279">
                  <a:moveTo>
                    <a:pt x="963129" y="603915"/>
                  </a:moveTo>
                  <a:cubicBezTo>
                    <a:pt x="507230" y="603915"/>
                    <a:pt x="141882" y="366308"/>
                    <a:pt x="1880" y="34795"/>
                  </a:cubicBezTo>
                  <a:cubicBezTo>
                    <a:pt x="-39" y="63179"/>
                    <a:pt x="-518" y="91646"/>
                    <a:pt x="578" y="120071"/>
                  </a:cubicBezTo>
                  <a:cubicBezTo>
                    <a:pt x="17428" y="558435"/>
                    <a:pt x="422024" y="912414"/>
                    <a:pt x="961417" y="912414"/>
                  </a:cubicBezTo>
                  <a:cubicBezTo>
                    <a:pt x="1466769" y="912414"/>
                    <a:pt x="1899105" y="486242"/>
                    <a:pt x="1867666" y="0"/>
                  </a:cubicBezTo>
                  <a:cubicBezTo>
                    <a:pt x="1728075" y="347404"/>
                    <a:pt x="1367589" y="603915"/>
                    <a:pt x="963129" y="603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28"/>
            <p:cNvSpPr/>
            <p:nvPr/>
          </p:nvSpPr>
          <p:spPr>
            <a:xfrm>
              <a:off x="9177188" y="748882"/>
              <a:ext cx="387480" cy="1272283"/>
            </a:xfrm>
            <a:custGeom>
              <a:rect b="b" l="l" r="r" t="t"/>
              <a:pathLst>
                <a:path extrusionOk="0" h="1272283" w="387480">
                  <a:moveTo>
                    <a:pt x="341492" y="318088"/>
                  </a:moveTo>
                  <a:cubicBezTo>
                    <a:pt x="290600" y="318070"/>
                    <a:pt x="249367" y="276810"/>
                    <a:pt x="249367" y="225931"/>
                  </a:cubicBezTo>
                  <a:cubicBezTo>
                    <a:pt x="249436" y="192269"/>
                    <a:pt x="267792" y="161294"/>
                    <a:pt x="297313" y="145140"/>
                  </a:cubicBezTo>
                  <a:cubicBezTo>
                    <a:pt x="267860" y="90372"/>
                    <a:pt x="228955" y="41237"/>
                    <a:pt x="182448" y="0"/>
                  </a:cubicBezTo>
                  <a:cubicBezTo>
                    <a:pt x="182448" y="0"/>
                    <a:pt x="-269615" y="719876"/>
                    <a:pt x="249436" y="1272283"/>
                  </a:cubicBezTo>
                  <a:cubicBezTo>
                    <a:pt x="249436" y="1272283"/>
                    <a:pt x="459713" y="731178"/>
                    <a:pt x="361218" y="315896"/>
                  </a:cubicBezTo>
                  <a:cubicBezTo>
                    <a:pt x="354712" y="317324"/>
                    <a:pt x="348136" y="318059"/>
                    <a:pt x="341492" y="318088"/>
                  </a:cubicBezTo>
                  <a:close/>
                </a:path>
              </a:pathLst>
            </a:custGeom>
            <a:gradFill>
              <a:gsLst>
                <a:gs pos="0">
                  <a:srgbClr val="000985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4" name="Google Shape;484;p28"/>
          <p:cNvGrpSpPr/>
          <p:nvPr/>
        </p:nvGrpSpPr>
        <p:grpSpPr>
          <a:xfrm>
            <a:off x="8061942" y="1734374"/>
            <a:ext cx="410413" cy="646889"/>
            <a:chOff x="1620532" y="2740711"/>
            <a:chExt cx="745257" cy="1174666"/>
          </a:xfrm>
        </p:grpSpPr>
        <p:sp>
          <p:nvSpPr>
            <p:cNvPr id="485" name="Google Shape;485;p28"/>
            <p:cNvSpPr/>
            <p:nvPr/>
          </p:nvSpPr>
          <p:spPr>
            <a:xfrm>
              <a:off x="1620532" y="2740711"/>
              <a:ext cx="745257" cy="1174666"/>
            </a:xfrm>
            <a:custGeom>
              <a:rect b="b" l="l" r="r" t="t"/>
              <a:pathLst>
                <a:path extrusionOk="0" h="1174666" w="745257">
                  <a:moveTo>
                    <a:pt x="105526" y="385886"/>
                  </a:moveTo>
                  <a:cubicBezTo>
                    <a:pt x="105526" y="385886"/>
                    <a:pt x="389709" y="456640"/>
                    <a:pt x="547452" y="114511"/>
                  </a:cubicBezTo>
                  <a:cubicBezTo>
                    <a:pt x="625124" y="-53848"/>
                    <a:pt x="678481" y="-1313"/>
                    <a:pt x="704989" y="51359"/>
                  </a:cubicBezTo>
                  <a:cubicBezTo>
                    <a:pt x="763894" y="169032"/>
                    <a:pt x="825744" y="770550"/>
                    <a:pt x="360393" y="1174667"/>
                  </a:cubicBezTo>
                  <a:cubicBezTo>
                    <a:pt x="360257" y="1174598"/>
                    <a:pt x="-235850" y="1027952"/>
                    <a:pt x="105526" y="385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28"/>
            <p:cNvSpPr/>
            <p:nvPr/>
          </p:nvSpPr>
          <p:spPr>
            <a:xfrm>
              <a:off x="1763362" y="3112760"/>
              <a:ext cx="446402" cy="667683"/>
            </a:xfrm>
            <a:custGeom>
              <a:rect b="b" l="l" r="r" t="t"/>
              <a:pathLst>
                <a:path extrusionOk="0" h="667683" w="446402">
                  <a:moveTo>
                    <a:pt x="446403" y="526996"/>
                  </a:moveTo>
                  <a:cubicBezTo>
                    <a:pt x="278523" y="500214"/>
                    <a:pt x="48382" y="393843"/>
                    <a:pt x="145028" y="0"/>
                  </a:cubicBezTo>
                  <a:cubicBezTo>
                    <a:pt x="115342" y="10103"/>
                    <a:pt x="84506" y="16432"/>
                    <a:pt x="53245" y="18836"/>
                  </a:cubicBezTo>
                  <a:cubicBezTo>
                    <a:pt x="-14085" y="183222"/>
                    <a:pt x="-95456" y="533023"/>
                    <a:pt x="348456" y="667683"/>
                  </a:cubicBezTo>
                  <a:cubicBezTo>
                    <a:pt x="384785" y="623463"/>
                    <a:pt x="417539" y="576414"/>
                    <a:pt x="446403" y="526996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28"/>
            <p:cNvSpPr/>
            <p:nvPr/>
          </p:nvSpPr>
          <p:spPr>
            <a:xfrm>
              <a:off x="1980517" y="3061527"/>
              <a:ext cx="341579" cy="420075"/>
            </a:xfrm>
            <a:custGeom>
              <a:rect b="b" l="l" r="r" t="t"/>
              <a:pathLst>
                <a:path extrusionOk="0" h="420075" w="341579">
                  <a:moveTo>
                    <a:pt x="26848" y="0"/>
                  </a:moveTo>
                  <a:cubicBezTo>
                    <a:pt x="18170" y="6301"/>
                    <a:pt x="9430" y="12103"/>
                    <a:pt x="614" y="17398"/>
                  </a:cubicBezTo>
                  <a:cubicBezTo>
                    <a:pt x="-5002" y="131783"/>
                    <a:pt x="22670" y="353020"/>
                    <a:pt x="305346" y="420076"/>
                  </a:cubicBezTo>
                  <a:cubicBezTo>
                    <a:pt x="319593" y="383294"/>
                    <a:pt x="331579" y="346719"/>
                    <a:pt x="341579" y="310485"/>
                  </a:cubicBezTo>
                  <a:cubicBezTo>
                    <a:pt x="258016" y="305280"/>
                    <a:pt x="119795" y="254114"/>
                    <a:pt x="26848" y="0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28"/>
            <p:cNvSpPr/>
            <p:nvPr/>
          </p:nvSpPr>
          <p:spPr>
            <a:xfrm>
              <a:off x="2085517" y="2976457"/>
              <a:ext cx="278498" cy="208133"/>
            </a:xfrm>
            <a:custGeom>
              <a:rect b="b" l="l" r="r" t="t"/>
              <a:pathLst>
                <a:path extrusionOk="0" h="208133" w="278498">
                  <a:moveTo>
                    <a:pt x="9521" y="0"/>
                  </a:moveTo>
                  <a:cubicBezTo>
                    <a:pt x="6370" y="4041"/>
                    <a:pt x="3219" y="7877"/>
                    <a:pt x="0" y="11713"/>
                  </a:cubicBezTo>
                  <a:cubicBezTo>
                    <a:pt x="34795" y="89522"/>
                    <a:pt x="117468" y="221785"/>
                    <a:pt x="272744" y="206990"/>
                  </a:cubicBezTo>
                  <a:cubicBezTo>
                    <a:pt x="275416" y="182812"/>
                    <a:pt x="277334" y="159044"/>
                    <a:pt x="278498" y="136441"/>
                  </a:cubicBezTo>
                  <a:cubicBezTo>
                    <a:pt x="201168" y="146578"/>
                    <a:pt x="103906" y="122947"/>
                    <a:pt x="9521" y="0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28"/>
            <p:cNvSpPr/>
            <p:nvPr/>
          </p:nvSpPr>
          <p:spPr>
            <a:xfrm>
              <a:off x="1623727" y="2881337"/>
              <a:ext cx="606150" cy="548531"/>
            </a:xfrm>
            <a:custGeom>
              <a:rect b="b" l="l" r="r" t="t"/>
              <a:pathLst>
                <a:path extrusionOk="0" h="548531" w="606150">
                  <a:moveTo>
                    <a:pt x="43768" y="373549"/>
                  </a:moveTo>
                  <a:cubicBezTo>
                    <a:pt x="21822" y="429769"/>
                    <a:pt x="7110" y="488551"/>
                    <a:pt x="0" y="548483"/>
                  </a:cubicBezTo>
                  <a:cubicBezTo>
                    <a:pt x="270142" y="552525"/>
                    <a:pt x="564668" y="299095"/>
                    <a:pt x="602340" y="72447"/>
                  </a:cubicBezTo>
                  <a:cubicBezTo>
                    <a:pt x="620217" y="-35089"/>
                    <a:pt x="570627" y="-3855"/>
                    <a:pt x="548161" y="44433"/>
                  </a:cubicBezTo>
                  <a:cubicBezTo>
                    <a:pt x="413980" y="333343"/>
                    <a:pt x="151099" y="356905"/>
                    <a:pt x="43768" y="373549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0" name="Google Shape;490;p28"/>
          <p:cNvGrpSpPr/>
          <p:nvPr/>
        </p:nvGrpSpPr>
        <p:grpSpPr>
          <a:xfrm>
            <a:off x="6750389" y="1734374"/>
            <a:ext cx="410392" cy="646889"/>
            <a:chOff x="188982" y="2740711"/>
            <a:chExt cx="745218" cy="1174666"/>
          </a:xfrm>
        </p:grpSpPr>
        <p:sp>
          <p:nvSpPr>
            <p:cNvPr id="491" name="Google Shape;491;p28"/>
            <p:cNvSpPr/>
            <p:nvPr/>
          </p:nvSpPr>
          <p:spPr>
            <a:xfrm>
              <a:off x="188982" y="2740711"/>
              <a:ext cx="745218" cy="1174666"/>
            </a:xfrm>
            <a:custGeom>
              <a:rect b="b" l="l" r="r" t="t"/>
              <a:pathLst>
                <a:path extrusionOk="0" h="1174666" w="745218">
                  <a:moveTo>
                    <a:pt x="639800" y="385886"/>
                  </a:moveTo>
                  <a:cubicBezTo>
                    <a:pt x="639800" y="385886"/>
                    <a:pt x="355617" y="456640"/>
                    <a:pt x="197806" y="114511"/>
                  </a:cubicBezTo>
                  <a:cubicBezTo>
                    <a:pt x="120133" y="-53848"/>
                    <a:pt x="66844" y="-1313"/>
                    <a:pt x="40268" y="51359"/>
                  </a:cubicBezTo>
                  <a:cubicBezTo>
                    <a:pt x="-18637" y="169032"/>
                    <a:pt x="-80487" y="770550"/>
                    <a:pt x="384864" y="1174667"/>
                  </a:cubicBezTo>
                  <a:cubicBezTo>
                    <a:pt x="384864" y="1174598"/>
                    <a:pt x="980970" y="1027952"/>
                    <a:pt x="639800" y="385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344800" y="3112760"/>
              <a:ext cx="446368" cy="667683"/>
            </a:xfrm>
            <a:custGeom>
              <a:rect b="b" l="l" r="r" t="t"/>
              <a:pathLst>
                <a:path extrusionOk="0" h="667683" w="446368">
                  <a:moveTo>
                    <a:pt x="0" y="526996"/>
                  </a:moveTo>
                  <a:cubicBezTo>
                    <a:pt x="167948" y="500214"/>
                    <a:pt x="398021" y="393843"/>
                    <a:pt x="301375" y="0"/>
                  </a:cubicBezTo>
                  <a:cubicBezTo>
                    <a:pt x="331033" y="10110"/>
                    <a:pt x="361849" y="16439"/>
                    <a:pt x="393089" y="18836"/>
                  </a:cubicBezTo>
                  <a:cubicBezTo>
                    <a:pt x="460488" y="183222"/>
                    <a:pt x="541791" y="533023"/>
                    <a:pt x="97947" y="667683"/>
                  </a:cubicBezTo>
                  <a:cubicBezTo>
                    <a:pt x="61639" y="623443"/>
                    <a:pt x="28888" y="576401"/>
                    <a:pt x="0" y="526996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232538" y="3061527"/>
              <a:ext cx="341567" cy="420075"/>
            </a:xfrm>
            <a:custGeom>
              <a:rect b="b" l="l" r="r" t="t"/>
              <a:pathLst>
                <a:path extrusionOk="0" h="420075" w="341567">
                  <a:moveTo>
                    <a:pt x="314663" y="0"/>
                  </a:moveTo>
                  <a:cubicBezTo>
                    <a:pt x="323430" y="6301"/>
                    <a:pt x="332198" y="12103"/>
                    <a:pt x="340965" y="17398"/>
                  </a:cubicBezTo>
                  <a:cubicBezTo>
                    <a:pt x="346513" y="131783"/>
                    <a:pt x="318910" y="353020"/>
                    <a:pt x="36234" y="420076"/>
                  </a:cubicBezTo>
                  <a:cubicBezTo>
                    <a:pt x="21987" y="383294"/>
                    <a:pt x="10000" y="346719"/>
                    <a:pt x="0" y="310485"/>
                  </a:cubicBezTo>
                  <a:cubicBezTo>
                    <a:pt x="83495" y="305280"/>
                    <a:pt x="221785" y="254114"/>
                    <a:pt x="314663" y="0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190551" y="2976457"/>
              <a:ext cx="278498" cy="208133"/>
            </a:xfrm>
            <a:custGeom>
              <a:rect b="b" l="l" r="r" t="t"/>
              <a:pathLst>
                <a:path extrusionOk="0" h="208133" w="278498">
                  <a:moveTo>
                    <a:pt x="268977" y="0"/>
                  </a:moveTo>
                  <a:cubicBezTo>
                    <a:pt x="272128" y="4041"/>
                    <a:pt x="275347" y="7877"/>
                    <a:pt x="278498" y="11713"/>
                  </a:cubicBezTo>
                  <a:cubicBezTo>
                    <a:pt x="243703" y="89522"/>
                    <a:pt x="161099" y="221785"/>
                    <a:pt x="5754" y="206990"/>
                  </a:cubicBezTo>
                  <a:cubicBezTo>
                    <a:pt x="3082" y="182812"/>
                    <a:pt x="1233" y="159044"/>
                    <a:pt x="0" y="136441"/>
                  </a:cubicBezTo>
                  <a:cubicBezTo>
                    <a:pt x="77399" y="146578"/>
                    <a:pt x="174661" y="122947"/>
                    <a:pt x="268977" y="0"/>
                  </a:cubicBezTo>
                  <a:close/>
                </a:path>
              </a:pathLst>
            </a:custGeom>
            <a:solidFill>
              <a:srgbClr val="343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324756" y="2881337"/>
              <a:ext cx="606150" cy="548531"/>
            </a:xfrm>
            <a:custGeom>
              <a:rect b="b" l="l" r="r" t="t"/>
              <a:pathLst>
                <a:path extrusionOk="0" h="548531" w="606150">
                  <a:moveTo>
                    <a:pt x="562383" y="373549"/>
                  </a:moveTo>
                  <a:cubicBezTo>
                    <a:pt x="584328" y="429769"/>
                    <a:pt x="599041" y="488551"/>
                    <a:pt x="606151" y="548483"/>
                  </a:cubicBezTo>
                  <a:cubicBezTo>
                    <a:pt x="336009" y="552525"/>
                    <a:pt x="41483" y="299095"/>
                    <a:pt x="3811" y="72447"/>
                  </a:cubicBezTo>
                  <a:cubicBezTo>
                    <a:pt x="-14066" y="-35089"/>
                    <a:pt x="35524" y="-3855"/>
                    <a:pt x="57921" y="44433"/>
                  </a:cubicBezTo>
                  <a:cubicBezTo>
                    <a:pt x="192170" y="333343"/>
                    <a:pt x="455052" y="356905"/>
                    <a:pt x="562383" y="373549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6" name="Google Shape;496;p28"/>
          <p:cNvGrpSpPr/>
          <p:nvPr/>
        </p:nvGrpSpPr>
        <p:grpSpPr>
          <a:xfrm>
            <a:off x="7066399" y="3364428"/>
            <a:ext cx="1089959" cy="475038"/>
            <a:chOff x="7066399" y="3364428"/>
            <a:chExt cx="1089959" cy="475038"/>
          </a:xfrm>
        </p:grpSpPr>
        <p:sp>
          <p:nvSpPr>
            <p:cNvPr id="497" name="Google Shape;497;p28"/>
            <p:cNvSpPr/>
            <p:nvPr/>
          </p:nvSpPr>
          <p:spPr>
            <a:xfrm rot="10800000">
              <a:off x="7066399" y="3364428"/>
              <a:ext cx="1089959" cy="475038"/>
            </a:xfrm>
            <a:custGeom>
              <a:rect b="b" l="l" r="r" t="t"/>
              <a:pathLst>
                <a:path extrusionOk="0" h="915961" w="2101887">
                  <a:moveTo>
                    <a:pt x="2101887" y="915961"/>
                  </a:moveTo>
                  <a:cubicBezTo>
                    <a:pt x="2021749" y="335539"/>
                    <a:pt x="1486260" y="-70029"/>
                    <a:pt x="905838" y="10095"/>
                  </a:cubicBezTo>
                  <a:cubicBezTo>
                    <a:pt x="435076" y="75076"/>
                    <a:pt x="65001" y="445199"/>
                    <a:pt x="0" y="915961"/>
                  </a:cubicBezTo>
                  <a:close/>
                </a:path>
              </a:pathLst>
            </a:custGeom>
            <a:solidFill>
              <a:srgbClr val="4C11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28"/>
            <p:cNvSpPr/>
            <p:nvPr/>
          </p:nvSpPr>
          <p:spPr>
            <a:xfrm rot="10800000">
              <a:off x="7864223" y="3501624"/>
              <a:ext cx="169814" cy="276096"/>
            </a:xfrm>
            <a:custGeom>
              <a:rect b="b" l="l" r="r" t="t"/>
              <a:pathLst>
                <a:path extrusionOk="0" h="532363" w="327471">
                  <a:moveTo>
                    <a:pt x="327471" y="0"/>
                  </a:moveTo>
                  <a:cubicBezTo>
                    <a:pt x="201853" y="65241"/>
                    <a:pt x="90549" y="154893"/>
                    <a:pt x="0" y="263703"/>
                  </a:cubicBezTo>
                  <a:cubicBezTo>
                    <a:pt x="20068" y="397473"/>
                    <a:pt x="58699" y="521174"/>
                    <a:pt x="132674" y="531722"/>
                  </a:cubicBezTo>
                  <a:cubicBezTo>
                    <a:pt x="260758" y="550010"/>
                    <a:pt x="311101" y="173017"/>
                    <a:pt x="327471" y="0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14288" rotWithShape="0" algn="bl" dir="16200000" dist="2857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28"/>
            <p:cNvSpPr/>
            <p:nvPr/>
          </p:nvSpPr>
          <p:spPr>
            <a:xfrm rot="10800000">
              <a:off x="7187252" y="3496181"/>
              <a:ext cx="171058" cy="281823"/>
            </a:xfrm>
            <a:custGeom>
              <a:rect b="b" l="l" r="r" t="t"/>
              <a:pathLst>
                <a:path extrusionOk="0" h="543406" w="329869">
                  <a:moveTo>
                    <a:pt x="329869" y="265827"/>
                  </a:moveTo>
                  <a:cubicBezTo>
                    <a:pt x="238840" y="156010"/>
                    <a:pt x="126646" y="65611"/>
                    <a:pt x="0" y="0"/>
                  </a:cubicBezTo>
                  <a:cubicBezTo>
                    <a:pt x="15206" y="167469"/>
                    <a:pt x="65001" y="561654"/>
                    <a:pt x="195825" y="542750"/>
                  </a:cubicBezTo>
                  <a:cubicBezTo>
                    <a:pt x="271443" y="531927"/>
                    <a:pt x="310143" y="402952"/>
                    <a:pt x="329869" y="265827"/>
                  </a:cubicBezTo>
                  <a:close/>
                </a:path>
              </a:pathLst>
            </a:custGeom>
            <a:gradFill>
              <a:gsLst>
                <a:gs pos="0">
                  <a:srgbClr val="F0E0C7"/>
                </a:gs>
                <a:gs pos="50000">
                  <a:srgbClr val="F8F1E4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  <a:effectLst>
              <a:outerShdw blurRad="14288" rotWithShape="0" algn="bl" dir="16200000" dist="2857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00" name="Google Shape;5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300" y="2982800"/>
            <a:ext cx="5399699" cy="138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9"/>
          <p:cNvSpPr txBox="1"/>
          <p:nvPr>
            <p:ph idx="4294967295" type="ctrTitle"/>
          </p:nvPr>
        </p:nvSpPr>
        <p:spPr>
          <a:xfrm>
            <a:off x="2720775" y="628225"/>
            <a:ext cx="3702600" cy="3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Now play the game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to test your code. \o/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Click </a:t>
            </a:r>
            <a:r>
              <a:rPr lang="en" sz="3000">
                <a:highlight>
                  <a:srgbClr val="000000"/>
                </a:highlight>
              </a:rPr>
              <a:t>Run</a:t>
            </a:r>
            <a:r>
              <a:rPr lang="en" sz="3000"/>
              <a:t> to start a new game.</a:t>
            </a:r>
            <a:endParaRPr sz="3000"/>
          </a:p>
        </p:txBody>
      </p:sp>
      <p:sp>
        <p:nvSpPr>
          <p:cNvPr id="506" name="Google Shape;506;p29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7" name="Google Shape;507;p29"/>
          <p:cNvGrpSpPr/>
          <p:nvPr/>
        </p:nvGrpSpPr>
        <p:grpSpPr>
          <a:xfrm>
            <a:off x="6650037" y="1866988"/>
            <a:ext cx="1735952" cy="1626630"/>
            <a:chOff x="175906" y="401530"/>
            <a:chExt cx="2115209" cy="1982245"/>
          </a:xfrm>
        </p:grpSpPr>
        <p:sp>
          <p:nvSpPr>
            <p:cNvPr id="508" name="Google Shape;508;p29"/>
            <p:cNvSpPr/>
            <p:nvPr/>
          </p:nvSpPr>
          <p:spPr>
            <a:xfrm>
              <a:off x="175906" y="401530"/>
              <a:ext cx="2115209" cy="1982245"/>
            </a:xfrm>
            <a:custGeom>
              <a:rect b="b" l="l" r="r" t="t"/>
              <a:pathLst>
                <a:path extrusionOk="0" h="1982245" w="2115209">
                  <a:moveTo>
                    <a:pt x="1084390" y="1982245"/>
                  </a:moveTo>
                  <a:cubicBezTo>
                    <a:pt x="797399" y="1982245"/>
                    <a:pt x="529106" y="1889709"/>
                    <a:pt x="328897" y="1721967"/>
                  </a:cubicBezTo>
                  <a:cubicBezTo>
                    <a:pt x="126839" y="1552306"/>
                    <a:pt x="10261" y="1321480"/>
                    <a:pt x="672" y="1072023"/>
                  </a:cubicBezTo>
                  <a:cubicBezTo>
                    <a:pt x="-9739" y="802772"/>
                    <a:pt x="101359" y="520575"/>
                    <a:pt x="297801" y="316119"/>
                  </a:cubicBezTo>
                  <a:cubicBezTo>
                    <a:pt x="390549" y="219263"/>
                    <a:pt x="501447" y="141599"/>
                    <a:pt x="624176" y="87554"/>
                  </a:cubicBezTo>
                  <a:cubicBezTo>
                    <a:pt x="758672" y="28980"/>
                    <a:pt x="903928" y="-836"/>
                    <a:pt x="1050622" y="18"/>
                  </a:cubicBezTo>
                  <a:cubicBezTo>
                    <a:pt x="1339737" y="18"/>
                    <a:pt x="1578920" y="75910"/>
                    <a:pt x="1761389" y="225501"/>
                  </a:cubicBezTo>
                  <a:cubicBezTo>
                    <a:pt x="1935570" y="368312"/>
                    <a:pt x="2049065" y="569754"/>
                    <a:pt x="2098449" y="824416"/>
                  </a:cubicBezTo>
                  <a:cubicBezTo>
                    <a:pt x="2125608" y="962926"/>
                    <a:pt x="2119696" y="1105894"/>
                    <a:pt x="2081189" y="1241684"/>
                  </a:cubicBezTo>
                  <a:cubicBezTo>
                    <a:pt x="2044085" y="1372426"/>
                    <a:pt x="1979968" y="1493928"/>
                    <a:pt x="1892966" y="1598334"/>
                  </a:cubicBezTo>
                  <a:cubicBezTo>
                    <a:pt x="1795930" y="1715323"/>
                    <a:pt x="1675038" y="1810249"/>
                    <a:pt x="1538371" y="1876764"/>
                  </a:cubicBezTo>
                  <a:cubicBezTo>
                    <a:pt x="1396903" y="1945628"/>
                    <a:pt x="1241722" y="1981683"/>
                    <a:pt x="1084390" y="1982245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298813" y="475316"/>
              <a:ext cx="1869339" cy="1736332"/>
            </a:xfrm>
            <a:custGeom>
              <a:rect b="b" l="l" r="r" t="t"/>
              <a:pathLst>
                <a:path extrusionOk="0" h="1736332" w="1869339">
                  <a:moveTo>
                    <a:pt x="927716" y="0"/>
                  </a:moveTo>
                  <a:cubicBezTo>
                    <a:pt x="337774" y="0"/>
                    <a:pt x="-16274" y="505694"/>
                    <a:pt x="576" y="943990"/>
                  </a:cubicBezTo>
                  <a:cubicBezTo>
                    <a:pt x="17425" y="1382285"/>
                    <a:pt x="422022" y="1736332"/>
                    <a:pt x="961483" y="1736332"/>
                  </a:cubicBezTo>
                  <a:cubicBezTo>
                    <a:pt x="1500945" y="1736332"/>
                    <a:pt x="1957118" y="1250776"/>
                    <a:pt x="1854924" y="724876"/>
                  </a:cubicBezTo>
                  <a:cubicBezTo>
                    <a:pt x="1769717" y="285279"/>
                    <a:pt x="1464506" y="0"/>
                    <a:pt x="9277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298819" y="1299235"/>
              <a:ext cx="1869272" cy="912413"/>
            </a:xfrm>
            <a:custGeom>
              <a:rect b="b" l="l" r="r" t="t"/>
              <a:pathLst>
                <a:path extrusionOk="0" h="912413" w="1869272">
                  <a:moveTo>
                    <a:pt x="963190" y="603915"/>
                  </a:moveTo>
                  <a:cubicBezTo>
                    <a:pt x="507291" y="603915"/>
                    <a:pt x="141942" y="366308"/>
                    <a:pt x="1940" y="34795"/>
                  </a:cubicBezTo>
                  <a:cubicBezTo>
                    <a:pt x="-54" y="63172"/>
                    <a:pt x="-511" y="91639"/>
                    <a:pt x="570" y="120071"/>
                  </a:cubicBezTo>
                  <a:cubicBezTo>
                    <a:pt x="17419" y="558435"/>
                    <a:pt x="422016" y="912414"/>
                    <a:pt x="961477" y="912414"/>
                  </a:cubicBezTo>
                  <a:cubicBezTo>
                    <a:pt x="1466829" y="912414"/>
                    <a:pt x="1899097" y="486242"/>
                    <a:pt x="1867658" y="0"/>
                  </a:cubicBezTo>
                  <a:cubicBezTo>
                    <a:pt x="1728135" y="347404"/>
                    <a:pt x="1367649" y="603915"/>
                    <a:pt x="963190" y="603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371497" y="908954"/>
              <a:ext cx="758060" cy="758156"/>
            </a:xfrm>
            <a:custGeom>
              <a:rect b="b" l="l" r="r" t="t"/>
              <a:pathLst>
                <a:path extrusionOk="0" h="758156" w="758060">
                  <a:moveTo>
                    <a:pt x="724496" y="223151"/>
                  </a:moveTo>
                  <a:cubicBezTo>
                    <a:pt x="687310" y="294289"/>
                    <a:pt x="599494" y="321817"/>
                    <a:pt x="528355" y="284631"/>
                  </a:cubicBezTo>
                  <a:cubicBezTo>
                    <a:pt x="457217" y="247446"/>
                    <a:pt x="429689" y="159629"/>
                    <a:pt x="466875" y="88491"/>
                  </a:cubicBezTo>
                  <a:cubicBezTo>
                    <a:pt x="479923" y="63532"/>
                    <a:pt x="499937" y="42901"/>
                    <a:pt x="524492" y="29106"/>
                  </a:cubicBezTo>
                  <a:cubicBezTo>
                    <a:pt x="331208" y="-51203"/>
                    <a:pt x="109416" y="40382"/>
                    <a:pt x="29107" y="233665"/>
                  </a:cubicBezTo>
                  <a:cubicBezTo>
                    <a:pt x="-51203" y="426949"/>
                    <a:pt x="40381" y="648740"/>
                    <a:pt x="233665" y="729050"/>
                  </a:cubicBezTo>
                  <a:cubicBezTo>
                    <a:pt x="426956" y="809360"/>
                    <a:pt x="648741" y="717776"/>
                    <a:pt x="729051" y="524492"/>
                  </a:cubicBezTo>
                  <a:cubicBezTo>
                    <a:pt x="769257" y="427730"/>
                    <a:pt x="767606" y="318645"/>
                    <a:pt x="724496" y="22315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BBFF45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545372" y="1081651"/>
              <a:ext cx="411706" cy="411763"/>
            </a:xfrm>
            <a:custGeom>
              <a:rect b="b" l="l" r="r" t="t"/>
              <a:pathLst>
                <a:path extrusionOk="0" h="411763" w="411706">
                  <a:moveTo>
                    <a:pt x="279862" y="13810"/>
                  </a:moveTo>
                  <a:cubicBezTo>
                    <a:pt x="173784" y="-27047"/>
                    <a:pt x="54666" y="25824"/>
                    <a:pt x="13809" y="131901"/>
                  </a:cubicBezTo>
                  <a:cubicBezTo>
                    <a:pt x="-27048" y="237978"/>
                    <a:pt x="25830" y="357097"/>
                    <a:pt x="131907" y="397954"/>
                  </a:cubicBezTo>
                  <a:cubicBezTo>
                    <a:pt x="237984" y="438811"/>
                    <a:pt x="357096" y="385940"/>
                    <a:pt x="397953" y="279863"/>
                  </a:cubicBezTo>
                  <a:cubicBezTo>
                    <a:pt x="417090" y="230170"/>
                    <a:pt x="416227" y="174998"/>
                    <a:pt x="395549" y="125935"/>
                  </a:cubicBezTo>
                  <a:cubicBezTo>
                    <a:pt x="337897" y="115325"/>
                    <a:pt x="292273" y="71105"/>
                    <a:pt x="279862" y="13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9"/>
          <p:cNvGrpSpPr/>
          <p:nvPr/>
        </p:nvGrpSpPr>
        <p:grpSpPr>
          <a:xfrm>
            <a:off x="758172" y="1866988"/>
            <a:ext cx="1735952" cy="1626630"/>
            <a:chOff x="175906" y="401530"/>
            <a:chExt cx="2115209" cy="1982245"/>
          </a:xfrm>
        </p:grpSpPr>
        <p:sp>
          <p:nvSpPr>
            <p:cNvPr id="514" name="Google Shape;514;p29"/>
            <p:cNvSpPr/>
            <p:nvPr/>
          </p:nvSpPr>
          <p:spPr>
            <a:xfrm>
              <a:off x="175906" y="401530"/>
              <a:ext cx="2115209" cy="1982245"/>
            </a:xfrm>
            <a:custGeom>
              <a:rect b="b" l="l" r="r" t="t"/>
              <a:pathLst>
                <a:path extrusionOk="0" h="1982245" w="2115209">
                  <a:moveTo>
                    <a:pt x="1084390" y="1982245"/>
                  </a:moveTo>
                  <a:cubicBezTo>
                    <a:pt x="797399" y="1982245"/>
                    <a:pt x="529106" y="1889709"/>
                    <a:pt x="328897" y="1721967"/>
                  </a:cubicBezTo>
                  <a:cubicBezTo>
                    <a:pt x="126839" y="1552306"/>
                    <a:pt x="10261" y="1321480"/>
                    <a:pt x="672" y="1072023"/>
                  </a:cubicBezTo>
                  <a:cubicBezTo>
                    <a:pt x="-9739" y="802772"/>
                    <a:pt x="101359" y="520575"/>
                    <a:pt x="297801" y="316119"/>
                  </a:cubicBezTo>
                  <a:cubicBezTo>
                    <a:pt x="390549" y="219263"/>
                    <a:pt x="501447" y="141599"/>
                    <a:pt x="624176" y="87554"/>
                  </a:cubicBezTo>
                  <a:cubicBezTo>
                    <a:pt x="758672" y="28980"/>
                    <a:pt x="903928" y="-836"/>
                    <a:pt x="1050622" y="18"/>
                  </a:cubicBezTo>
                  <a:cubicBezTo>
                    <a:pt x="1339737" y="18"/>
                    <a:pt x="1578920" y="75910"/>
                    <a:pt x="1761389" y="225501"/>
                  </a:cubicBezTo>
                  <a:cubicBezTo>
                    <a:pt x="1935570" y="368312"/>
                    <a:pt x="2049065" y="569754"/>
                    <a:pt x="2098449" y="824416"/>
                  </a:cubicBezTo>
                  <a:cubicBezTo>
                    <a:pt x="2125608" y="962926"/>
                    <a:pt x="2119696" y="1105894"/>
                    <a:pt x="2081189" y="1241684"/>
                  </a:cubicBezTo>
                  <a:cubicBezTo>
                    <a:pt x="2044085" y="1372426"/>
                    <a:pt x="1979968" y="1493928"/>
                    <a:pt x="1892966" y="1598334"/>
                  </a:cubicBezTo>
                  <a:cubicBezTo>
                    <a:pt x="1795930" y="1715323"/>
                    <a:pt x="1675038" y="1810249"/>
                    <a:pt x="1538371" y="1876764"/>
                  </a:cubicBezTo>
                  <a:cubicBezTo>
                    <a:pt x="1396903" y="1945628"/>
                    <a:pt x="1241722" y="1981683"/>
                    <a:pt x="1084390" y="1982245"/>
                  </a:cubicBezTo>
                  <a:close/>
                </a:path>
              </a:pathLst>
            </a:custGeom>
            <a:solidFill>
              <a:srgbClr val="09052E">
                <a:alpha val="117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298813" y="475316"/>
              <a:ext cx="1869339" cy="1736332"/>
            </a:xfrm>
            <a:custGeom>
              <a:rect b="b" l="l" r="r" t="t"/>
              <a:pathLst>
                <a:path extrusionOk="0" h="1736332" w="1869339">
                  <a:moveTo>
                    <a:pt x="927716" y="0"/>
                  </a:moveTo>
                  <a:cubicBezTo>
                    <a:pt x="337774" y="0"/>
                    <a:pt x="-16274" y="505694"/>
                    <a:pt x="576" y="943990"/>
                  </a:cubicBezTo>
                  <a:cubicBezTo>
                    <a:pt x="17425" y="1382285"/>
                    <a:pt x="422022" y="1736332"/>
                    <a:pt x="961483" y="1736332"/>
                  </a:cubicBezTo>
                  <a:cubicBezTo>
                    <a:pt x="1500945" y="1736332"/>
                    <a:pt x="1957118" y="1250776"/>
                    <a:pt x="1854924" y="724876"/>
                  </a:cubicBezTo>
                  <a:cubicBezTo>
                    <a:pt x="1769717" y="285279"/>
                    <a:pt x="1464506" y="0"/>
                    <a:pt x="9277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298819" y="1299235"/>
              <a:ext cx="1869272" cy="912413"/>
            </a:xfrm>
            <a:custGeom>
              <a:rect b="b" l="l" r="r" t="t"/>
              <a:pathLst>
                <a:path extrusionOk="0" h="912413" w="1869272">
                  <a:moveTo>
                    <a:pt x="963190" y="603915"/>
                  </a:moveTo>
                  <a:cubicBezTo>
                    <a:pt x="507291" y="603915"/>
                    <a:pt x="141942" y="366308"/>
                    <a:pt x="1940" y="34795"/>
                  </a:cubicBezTo>
                  <a:cubicBezTo>
                    <a:pt x="-54" y="63172"/>
                    <a:pt x="-511" y="91639"/>
                    <a:pt x="570" y="120071"/>
                  </a:cubicBezTo>
                  <a:cubicBezTo>
                    <a:pt x="17419" y="558435"/>
                    <a:pt x="422016" y="912414"/>
                    <a:pt x="961477" y="912414"/>
                  </a:cubicBezTo>
                  <a:cubicBezTo>
                    <a:pt x="1466829" y="912414"/>
                    <a:pt x="1899097" y="486242"/>
                    <a:pt x="1867658" y="0"/>
                  </a:cubicBezTo>
                  <a:cubicBezTo>
                    <a:pt x="1728135" y="347404"/>
                    <a:pt x="1367649" y="603915"/>
                    <a:pt x="963190" y="603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1299972" y="908954"/>
              <a:ext cx="758060" cy="758156"/>
            </a:xfrm>
            <a:custGeom>
              <a:rect b="b" l="l" r="r" t="t"/>
              <a:pathLst>
                <a:path extrusionOk="0" h="758156" w="758060">
                  <a:moveTo>
                    <a:pt x="724496" y="223151"/>
                  </a:moveTo>
                  <a:cubicBezTo>
                    <a:pt x="687310" y="294289"/>
                    <a:pt x="599494" y="321817"/>
                    <a:pt x="528355" y="284631"/>
                  </a:cubicBezTo>
                  <a:cubicBezTo>
                    <a:pt x="457217" y="247446"/>
                    <a:pt x="429689" y="159629"/>
                    <a:pt x="466875" y="88491"/>
                  </a:cubicBezTo>
                  <a:cubicBezTo>
                    <a:pt x="479923" y="63532"/>
                    <a:pt x="499937" y="42901"/>
                    <a:pt x="524492" y="29106"/>
                  </a:cubicBezTo>
                  <a:cubicBezTo>
                    <a:pt x="331208" y="-51203"/>
                    <a:pt x="109416" y="40382"/>
                    <a:pt x="29107" y="233665"/>
                  </a:cubicBezTo>
                  <a:cubicBezTo>
                    <a:pt x="-51203" y="426949"/>
                    <a:pt x="40381" y="648740"/>
                    <a:pt x="233665" y="729050"/>
                  </a:cubicBezTo>
                  <a:cubicBezTo>
                    <a:pt x="426956" y="809360"/>
                    <a:pt x="648741" y="717776"/>
                    <a:pt x="729051" y="524492"/>
                  </a:cubicBezTo>
                  <a:cubicBezTo>
                    <a:pt x="769257" y="427730"/>
                    <a:pt x="767606" y="318645"/>
                    <a:pt x="724496" y="22315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BBFF45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1473848" y="1081651"/>
              <a:ext cx="411706" cy="411763"/>
            </a:xfrm>
            <a:custGeom>
              <a:rect b="b" l="l" r="r" t="t"/>
              <a:pathLst>
                <a:path extrusionOk="0" h="411763" w="411706">
                  <a:moveTo>
                    <a:pt x="279862" y="13810"/>
                  </a:moveTo>
                  <a:cubicBezTo>
                    <a:pt x="173784" y="-27047"/>
                    <a:pt x="54666" y="25824"/>
                    <a:pt x="13809" y="131901"/>
                  </a:cubicBezTo>
                  <a:cubicBezTo>
                    <a:pt x="-27048" y="237978"/>
                    <a:pt x="25830" y="357097"/>
                    <a:pt x="131907" y="397954"/>
                  </a:cubicBezTo>
                  <a:cubicBezTo>
                    <a:pt x="237984" y="438811"/>
                    <a:pt x="357096" y="385940"/>
                    <a:pt x="397953" y="279863"/>
                  </a:cubicBezTo>
                  <a:cubicBezTo>
                    <a:pt x="417090" y="230170"/>
                    <a:pt x="416227" y="174998"/>
                    <a:pt x="395549" y="125935"/>
                  </a:cubicBezTo>
                  <a:cubicBezTo>
                    <a:pt x="337897" y="115325"/>
                    <a:pt x="292273" y="71105"/>
                    <a:pt x="279862" y="13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9" name="Google Shape;519;p29"/>
          <p:cNvSpPr/>
          <p:nvPr/>
        </p:nvSpPr>
        <p:spPr>
          <a:xfrm rot="-427501">
            <a:off x="6360021" y="1183996"/>
            <a:ext cx="2133628" cy="789826"/>
          </a:xfrm>
          <a:custGeom>
            <a:rect b="b" l="l" r="r" t="t"/>
            <a:pathLst>
              <a:path extrusionOk="0" h="851877" w="2301252">
                <a:moveTo>
                  <a:pt x="9833" y="801529"/>
                </a:moveTo>
                <a:cubicBezTo>
                  <a:pt x="9833" y="801529"/>
                  <a:pt x="156479" y="507003"/>
                  <a:pt x="492924" y="317205"/>
                </a:cubicBezTo>
                <a:cubicBezTo>
                  <a:pt x="1075126" y="-11568"/>
                  <a:pt x="1738768" y="-119035"/>
                  <a:pt x="1353487" y="159668"/>
                </a:cubicBezTo>
                <a:cubicBezTo>
                  <a:pt x="1353487" y="159668"/>
                  <a:pt x="2116241" y="8981"/>
                  <a:pt x="2136789" y="255560"/>
                </a:cubicBezTo>
                <a:cubicBezTo>
                  <a:pt x="2147200" y="380083"/>
                  <a:pt x="1774591" y="392549"/>
                  <a:pt x="1774591" y="392549"/>
                </a:cubicBezTo>
                <a:cubicBezTo>
                  <a:pt x="1774591" y="392549"/>
                  <a:pt x="2292066" y="471044"/>
                  <a:pt x="2301176" y="735021"/>
                </a:cubicBezTo>
                <a:cubicBezTo>
                  <a:pt x="2308025" y="933655"/>
                  <a:pt x="1855962" y="515839"/>
                  <a:pt x="890191" y="673376"/>
                </a:cubicBezTo>
                <a:cubicBezTo>
                  <a:pt x="495184" y="737829"/>
                  <a:pt x="285180" y="778036"/>
                  <a:pt x="41957" y="848174"/>
                </a:cubicBezTo>
                <a:cubicBezTo>
                  <a:pt x="-27017" y="868037"/>
                  <a:pt x="9833" y="801529"/>
                  <a:pt x="9833" y="8015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BBFF45"/>
              </a:gs>
            </a:gsLst>
            <a:lin ang="0" scaled="0"/>
          </a:gradFill>
          <a:ln>
            <a:noFill/>
          </a:ln>
          <a:effectLst>
            <a:outerShdw blurRad="2857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9"/>
          <p:cNvSpPr/>
          <p:nvPr/>
        </p:nvSpPr>
        <p:spPr>
          <a:xfrm flipH="1" rot="427501">
            <a:off x="650333" y="1183996"/>
            <a:ext cx="2133628" cy="789826"/>
          </a:xfrm>
          <a:custGeom>
            <a:rect b="b" l="l" r="r" t="t"/>
            <a:pathLst>
              <a:path extrusionOk="0" h="851877" w="2301252">
                <a:moveTo>
                  <a:pt x="9833" y="801529"/>
                </a:moveTo>
                <a:cubicBezTo>
                  <a:pt x="9833" y="801529"/>
                  <a:pt x="156479" y="507003"/>
                  <a:pt x="492924" y="317205"/>
                </a:cubicBezTo>
                <a:cubicBezTo>
                  <a:pt x="1075126" y="-11568"/>
                  <a:pt x="1738768" y="-119035"/>
                  <a:pt x="1353487" y="159668"/>
                </a:cubicBezTo>
                <a:cubicBezTo>
                  <a:pt x="1353487" y="159668"/>
                  <a:pt x="2116241" y="8981"/>
                  <a:pt x="2136789" y="255560"/>
                </a:cubicBezTo>
                <a:cubicBezTo>
                  <a:pt x="2147200" y="380083"/>
                  <a:pt x="1774591" y="392549"/>
                  <a:pt x="1774591" y="392549"/>
                </a:cubicBezTo>
                <a:cubicBezTo>
                  <a:pt x="1774591" y="392549"/>
                  <a:pt x="2292066" y="471044"/>
                  <a:pt x="2301176" y="735021"/>
                </a:cubicBezTo>
                <a:cubicBezTo>
                  <a:pt x="2308025" y="933655"/>
                  <a:pt x="1855962" y="515839"/>
                  <a:pt x="890191" y="673376"/>
                </a:cubicBezTo>
                <a:cubicBezTo>
                  <a:pt x="495184" y="737829"/>
                  <a:pt x="285180" y="778036"/>
                  <a:pt x="41957" y="848174"/>
                </a:cubicBezTo>
                <a:cubicBezTo>
                  <a:pt x="-27017" y="868037"/>
                  <a:pt x="9833" y="801529"/>
                  <a:pt x="9833" y="8015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BBFF45"/>
              </a:gs>
            </a:gsLst>
            <a:lin ang="0" scaled="0"/>
          </a:gradFill>
          <a:ln>
            <a:noFill/>
          </a:ln>
          <a:effectLst>
            <a:outerShdw blurRad="2857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0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6" name="Google Shape;526;p30"/>
          <p:cNvSpPr txBox="1"/>
          <p:nvPr/>
        </p:nvSpPr>
        <p:spPr>
          <a:xfrm>
            <a:off x="877825" y="493775"/>
            <a:ext cx="762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Quicksand Light"/>
                <a:ea typeface="Quicksand Light"/>
                <a:cs typeface="Quicksand Light"/>
                <a:sym typeface="Quicksand Light"/>
              </a:rPr>
              <a:t>How to download your code:</a:t>
            </a:r>
            <a:endParaRPr sz="2100">
              <a:solidFill>
                <a:srgbClr val="FFFFFF"/>
              </a:solidFill>
              <a:latin typeface="Quicksand Light"/>
              <a:ea typeface="Quicksand Light"/>
              <a:cs typeface="Quicksand Light"/>
              <a:sym typeface="Quicksand Light"/>
            </a:endParaRPr>
          </a:p>
        </p:txBody>
      </p:sp>
      <p:pic>
        <p:nvPicPr>
          <p:cNvPr id="527" name="Google Shape;5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16450"/>
            <a:ext cx="8839200" cy="2042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1"/>
          <p:cNvSpPr txBox="1"/>
          <p:nvPr/>
        </p:nvSpPr>
        <p:spPr>
          <a:xfrm>
            <a:off x="1106100" y="883900"/>
            <a:ext cx="6931800" cy="15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Goodbye ! </a:t>
            </a:r>
            <a:endParaRPr b="1" sz="6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（✿ ͡◕ ᴗ◕)つ━━✫·*。</a:t>
            </a:r>
            <a:endParaRPr sz="5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h template">
  <a:themeElements>
    <a:clrScheme name="Custom 347">
      <a:dk1>
        <a:srgbClr val="00032A"/>
      </a:dk1>
      <a:lt1>
        <a:srgbClr val="FFFFFF"/>
      </a:lt1>
      <a:dk2>
        <a:srgbClr val="8B8D9E"/>
      </a:dk2>
      <a:lt2>
        <a:srgbClr val="F1F2F7"/>
      </a:lt2>
      <a:accent1>
        <a:srgbClr val="32C34B"/>
      </a:accent1>
      <a:accent2>
        <a:srgbClr val="FFCC19"/>
      </a:accent2>
      <a:accent3>
        <a:srgbClr val="F14545"/>
      </a:accent3>
      <a:accent4>
        <a:srgbClr val="C0007C"/>
      </a:accent4>
      <a:accent5>
        <a:srgbClr val="7B62D5"/>
      </a:accent5>
      <a:accent6>
        <a:srgbClr val="2EC6DD"/>
      </a:accent6>
      <a:hlink>
        <a:srgbClr val="1B249E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